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741a91749884a85" /><Relationship Type="http://schemas.openxmlformats.org/officeDocument/2006/relationships/extended-properties" Target="/docProps/app.xml" Id="R08880797b90b452d" /><Relationship Type="http://schemas.openxmlformats.org/officeDocument/2006/relationships/officeDocument" Target="/ppt/presentation.xml" Id="R9a2fc7b8719f487d" /></Relationships>
</file>

<file path=ppt/presentation.xml><?xml version="1.0" encoding="utf-8"?>
<p:presentation xmlns:p="http://schemas.openxmlformats.org/presentationml/2006/main">
  <p:sldMasterIdLst>
    <p:sldMasterId xmlns:r="http://schemas.openxmlformats.org/officeDocument/2006/relationships" id="2147483648" r:id="R57c80efaec2e4e85"/>
  </p:sldMasterIdLst>
  <p:notesMasterIdLst>
    <p:notesMasterId xmlns:r="http://schemas.openxmlformats.org/officeDocument/2006/relationships" r:id="Rd5ed4e33eb194212"/>
  </p:notesMasterIdLst>
  <p:sldIdLst>
    <p:sldId xmlns:r="http://schemas.openxmlformats.org/officeDocument/2006/relationships" id="256" r:id="R480e88f4df1a4c70"/>
    <p:sldId xmlns:r="http://schemas.openxmlformats.org/officeDocument/2006/relationships" id="257" r:id="R8069bd40c08c41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b61776c9d84797" /><Relationship Type="http://schemas.openxmlformats.org/officeDocument/2006/relationships/slideMaster" Target="/ppt/slideMasters/slideMaster1.xml" Id="R57c80efaec2e4e85" /><Relationship Type="http://schemas.openxmlformats.org/officeDocument/2006/relationships/notesMaster" Target="/ppt/notesMasters/notesMaster1.xml" Id="Rd5ed4e33eb194212" /><Relationship Type="http://schemas.openxmlformats.org/officeDocument/2006/relationships/presProps" Target="/ppt/presProps.xml" Id="Ra1abedd62a0540c7" /><Relationship Type="http://schemas.openxmlformats.org/officeDocument/2006/relationships/tableStyles" Target="/ppt/tableStyles.xml" Id="Ra1e2d3e098b6443d" /><Relationship Type="http://schemas.openxmlformats.org/officeDocument/2006/relationships/slide" Target="/ppt/slides/slide1.xml" Id="R480e88f4df1a4c70" /><Relationship Type="http://schemas.openxmlformats.org/officeDocument/2006/relationships/slide" Target="/ppt/slides/slide2.xml" Id="R8069bd40c08c41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7aac854f0945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LawDiff">
      <a:dk1>
        <a:srgbClr val="000000"/>
      </a:dk1>
      <a:lt1>
        <a:srgbClr val="FFFFFF"/>
      </a:lt1>
      <a:dk2>
        <a:srgbClr val="17191D"/>
      </a:dk2>
      <a:lt2>
        <a:srgbClr val="F7F8FB"/>
      </a:lt2>
      <a:accent1>
        <a:srgbClr val="155DE9"/>
      </a:accent1>
      <a:accent2>
        <a:srgbClr val="17191D"/>
      </a:accent2>
      <a:accent3>
        <a:srgbClr val="657080"/>
      </a:accent3>
      <a:accent4>
        <a:srgbClr val="A87512"/>
      </a:accent4>
      <a:accent5>
        <a:srgbClr val="37475F"/>
      </a:accent5>
      <a:accent6>
        <a:srgbClr val="697792"/>
      </a:accent6>
      <a:hlink>
        <a:srgbClr val="155DE9"/>
      </a:hlink>
      <a:folHlink>
        <a:srgbClr val="155DE9"/>
      </a:folHlink>
    </a:clrScheme>
    <a:fontScheme name="Office">
      <a:majorFont>
        <a:latin typeface="Calibri Light"/>
        <a:ea typeface="Calibri Light"/>
        <a:cs typeface="Calibri Light"/>
      </a:majorFont>
      <a:minorFont>
        <a:latin typeface="Calibri"/>
        <a:ea typeface="Calibri"/>
        <a:cs typeface="Calibri"/>
      </a:minorFont>
    </a:fontScheme>
    <a:fmtScheme name="LawDiff">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71883b1daf4f2b" /><Relationship Type="http://schemas.openxmlformats.org/officeDocument/2006/relationships/notesMaster" Target="/ppt/notesMasters/notesMaster1.xml" Id="Rc4f9a1c9459149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377829c406487a" /><Relationship Type="http://schemas.openxmlformats.org/officeDocument/2006/relationships/notesMaster" Target="/ppt/notesMasters/notesMaster1.xml" Id="Radc9125dc9374a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a housing law changes, someone has to turn it into work. Which buildings need review? What evidence is missing? Who needs the source behind the answer?</a:t>
            </a:r>
          </a:p>
          <a:p xmlns:a="http://schemas.openxmlformats.org/drawingml/2006/main">
            <a:r>
              <a:t/>
            </a:r>
          </a:p>
          <a:p xmlns:a="http://schemas.openxmlformats.org/drawingml/2006/main">
            <a:r>
              <a:t>LawDiff connects those questions.</a:t>
            </a:r>
          </a:p>
          <a:p xmlns:a="http://schemas.openxmlformats.org/drawingml/2006/main">
            <a:r>
              <a:t/>
            </a:r>
          </a:p>
          <a:p xmlns:a="http://schemas.openxmlformats.org/drawingml/2006/main">
            <a:r>
              <a:t>Here is New Jersey's FAIR Act before its operative date. Move past July first, twenty twenty-seven. One hundred forty supplied addresses now need a scope review. We do not assume that an apartment record proves every legal exception.</a:t>
            </a:r>
          </a:p>
          <a:p xmlns:a="http://schemas.openxmlformats.org/drawingml/2006/main">
            <a:r>
              <a:t/>
            </a:r>
          </a:p>
          <a:p xmlns:a="http://schemas.openxmlformats.org/drawingml/2006/main">
            <a:r>
              <a:t>Open one building. The requirement, date and captured passage are linked. The trace identifies the missing primary-residence and institutional-use facts. A source quotation makes the interpretation inspectable; it does not certify it.</a:t>
            </a:r>
          </a:p>
          <a:p xmlns:a="http://schemas.openxmlformats.org/drawingml/2006/main">
            <a:r>
              <a:t/>
            </a:r>
          </a:p>
          <a:p xmlns:a="http://schemas.openxmlformats.org/drawingml/2006/main">
            <a:r>
              <a:t>Now create a review brief. Every listed address gets its status, evidence and next check. Export the original-data worklist for a compliance team. A legal change has become a concrete review task.</a:t>
            </a:r>
          </a:p>
          <a:p xmlns:a="http://schemas.openxmlformats.org/drawingml/2006/main">
            <a:r>
              <a:t/>
            </a:r>
          </a:p>
          <a:p xmlns:a="http://schemas.openxmlformats.org/drawingml/2006/main">
            <a:r>
              <a:t>Sources: public/data/catalog.json (500 supplied addresses: CA250, NJ140, MA110); public/data/rule-pack.json and changes T3; D069 https://pub.njleg.state.nj.us/Bills/2026/AL26/43_.HTM. Each plotted mark represents one supplied address. Positions are illustrative groupings, not geographic coordinates. Amber means that primary-residence and institutional-use facts are missing for the NJscope decision on July2,2027. It does not mean a violation or an established scope match. No LA simulation is included in this pitch. Speaker flow is designed to switch from this slide to the live 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technical foundation is one traceable pipeline. Recorded model calls extract candidates. An explicit review selects unchanged records. One deterministic engine serves the interface and submission files, without a model call at query time.</a:t>
            </a:r>
          </a:p>
          <a:p xmlns:a="http://schemas.openxmlformats.org/drawingml/2006/main">
            <a:r>
              <a:t/>
            </a:r>
          </a:p>
          <a:p xmlns:a="http://schemas.openxmlformats.org/drawingml/2006/main">
            <a:r>
              <a:t>The selected pack contains eighty-nine records. Thirteen have executable conditions; seventy-six retain narrative coverage that needs interpretation review. Missing sources and rejected runs remain visible. That is our current boundary, not a claim of complete legal coverage.</a:t>
            </a:r>
          </a:p>
          <a:p xmlns:a="http://schemas.openxmlformats.org/drawingml/2006/main">
            <a:r>
              <a:t/>
            </a:r>
          </a:p>
          <a:p xmlns:a="http://schemas.openxmlformats.org/drawingml/2006/main">
            <a:r>
              <a:t>Our first buyer hypothesis is a residential portfolio's compliance lead, working with a legal reviewer. The next step is a paid, thirty-day pilot in one jurisdiction, compared with today's process and existing software. We would measure review time, missed cases, unnecessary alerts and whether the team keeps using it.</a:t>
            </a:r>
          </a:p>
          <a:p xmlns:a="http://schemas.openxmlformats.org/drawingml/2006/main">
            <a:r>
              <a:t/>
            </a:r>
          </a:p>
          <a:p xmlns:a="http://schemas.openxmlformats.org/drawingml/2006/main">
            <a:r>
              <a:t>We have no paid customers or validated savings yet. The ambition is a reliable review workflow that grows without growing expert effort at the same rate.</a:t>
            </a:r>
          </a:p>
          <a:p xmlns:a="http://schemas.openxmlformats.org/drawingml/2006/main">
            <a:r>
              <a:t/>
            </a:r>
          </a:p>
          <a:p xmlns:a="http://schemas.openxmlformats.org/drawingml/2006/main">
            <a:r>
              <a:t>LawDiff. When the law changes, see what needs review—and why.</a:t>
            </a:r>
          </a:p>
          <a:p xmlns:a="http://schemas.openxmlformats.org/drawingml/2006/main">
            <a:r>
              <a:t/>
            </a:r>
          </a:p>
          <a:p xmlns:a="http://schemas.openxmlformats.org/drawingml/2006/main">
            <a:r>
              <a:t>Sources: public/data/rule-pack.json, public/data/catalog.json, source-span validation and internal test artifacts from the October4,2026 build. The89 selected automatic records retain their original output hashes and rule objects. Thirteen coverage definitions are executable;76 remain narrative and require interpretation review. All89 primary quotations match the captured text. T1/T4pass qualitative organizer expectations;T2/T3/T5remain partial. No failed-status record is injected. Geographic matches are Census/TIGER-derived matches and are not a measured accuracy percentage. The selected records were generated by recorded tool-free Codex CLI calls and selected unchanged after AI-assisted source review. No independent legal review is claimed. Buyer, API offering, pilot and pricing are hypotheses, not current customers or validated demand. No claim of organizational endorsement from Studieren ohne Grenzen. Exact quotations support review; they do not certify interpretation. Public demo: https://yatrinn.github.io/lawdiff/ . Public repository: https://github.com/yatrinn/lawdiff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8274c085b549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8970e5279b411e" /><Relationship Type="http://schemas.openxmlformats.org/officeDocument/2006/relationships/slideLayout" Target="/ppt/slideLayouts/slideLayout1.xml" Id="R6e8f3472cb5747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8f3472cb5747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LawDiff">
      <a:dk1>
        <a:srgbClr val="000000"/>
      </a:dk1>
      <a:lt1>
        <a:srgbClr val="FFFFFF"/>
      </a:lt1>
      <a:dk2>
        <a:srgbClr val="17191D"/>
      </a:dk2>
      <a:lt2>
        <a:srgbClr val="F7F8FB"/>
      </a:lt2>
      <a:accent1>
        <a:srgbClr val="155DE9"/>
      </a:accent1>
      <a:accent2>
        <a:srgbClr val="17191D"/>
      </a:accent2>
      <a:accent3>
        <a:srgbClr val="657080"/>
      </a:accent3>
      <a:accent4>
        <a:srgbClr val="A87512"/>
      </a:accent4>
      <a:accent5>
        <a:srgbClr val="37475F"/>
      </a:accent5>
      <a:accent6>
        <a:srgbClr val="697792"/>
      </a:accent6>
      <a:hlink>
        <a:srgbClr val="155DE9"/>
      </a:hlink>
      <a:folHlink>
        <a:srgbClr val="155DE9"/>
      </a:folHlink>
    </a:clrScheme>
    <a:fontScheme name="Office">
      <a:majorFont>
        <a:latin typeface="Calibri Light"/>
        <a:ea typeface="Calibri Light"/>
        <a:cs typeface="Calibri Light"/>
      </a:majorFont>
      <a:minorFont>
        <a:latin typeface="Calibri"/>
        <a:ea typeface="Calibri"/>
        <a:cs typeface="Calibri"/>
      </a:minorFont>
    </a:fontScheme>
    <a:fmtScheme name="LawDiff">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3ed46ad16164e96" /><Relationship Type="http://schemas.openxmlformats.org/officeDocument/2006/relationships/chart" Target="/ppt/slides/charts/chart1.xml" Id="Rb318a5308283490d" /><Relationship Type="http://schemas.openxmlformats.org/officeDocument/2006/relationships/notesSlide" Target="/ppt/notesSlides/notesSlide1.xml" Id="R39d562100a924f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3b8f62506544306" /><Relationship Type="http://schemas.openxmlformats.org/officeDocument/2006/relationships/notesSlide" Target="/ppt/notesSlides/notesSlide2.xml" Id="Rfc9a8b7bd8b64e3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scatterChart>
        <c:scatterStyle val="marker"/>
        <c:ser>
          <c:idx val="0"/>
          <c:order val="0"/>
          <c:tx>
            <c:v>California</c:v>
          </c:tx>
          <c:spPr>
            <a:solidFill xmlns:a="http://schemas.openxmlformats.org/drawingml/2006/main">
              <a:srgbClr val="CFD5DE"/>
            </a:solidFill>
            <a:ln xmlns:a="http://schemas.openxmlformats.org/drawingml/2006/main" w="0">
              <a:noFill/>
            </a:ln>
          </c:spPr>
          <c:marker>
            <c:symbol val="circle"/>
            <c:size val="5"/>
            <c:spPr>
              <a:noFill xmlns:a="http://schemas.openxmlformats.org/drawingml/2006/main"/>
            </c:spPr>
          </c:marker>
          <c:xVal>
            <c:numRef>
              <c:f>'Chart Data'!$A$2:$A$251</c:f>
              <c:numCache>
                <c:formatCode>General</c:formatCode>
                <c:ptCount val="25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0</c:v>
                </c:pt>
                <c:pt idx="26">
                  <c:v>1</c:v>
                </c:pt>
                <c:pt idx="27">
                  <c:v>2</c:v>
                </c:pt>
                <c:pt idx="28">
                  <c:v>3</c:v>
                </c:pt>
                <c:pt idx="29">
                  <c:v>4</c:v>
                </c:pt>
                <c:pt idx="30">
                  <c:v>5</c:v>
                </c:pt>
                <c:pt idx="31">
                  <c:v>6</c:v>
                </c:pt>
                <c:pt idx="32">
                  <c:v>7</c:v>
                </c:pt>
                <c:pt idx="33">
                  <c:v>8</c:v>
                </c:pt>
                <c:pt idx="34">
                  <c:v>9</c:v>
                </c:pt>
                <c:pt idx="35">
                  <c:v>10</c:v>
                </c:pt>
                <c:pt idx="36">
                  <c:v>11</c:v>
                </c:pt>
                <c:pt idx="37">
                  <c:v>12</c:v>
                </c:pt>
                <c:pt idx="38">
                  <c:v>13</c:v>
                </c:pt>
                <c:pt idx="39">
                  <c:v>14</c:v>
                </c:pt>
                <c:pt idx="40">
                  <c:v>15</c:v>
                </c:pt>
                <c:pt idx="41">
                  <c:v>16</c:v>
                </c:pt>
                <c:pt idx="42">
                  <c:v>17</c:v>
                </c:pt>
                <c:pt idx="43">
                  <c:v>18</c:v>
                </c:pt>
                <c:pt idx="44">
                  <c:v>19</c:v>
                </c:pt>
                <c:pt idx="45">
                  <c:v>20</c:v>
                </c:pt>
                <c:pt idx="46">
                  <c:v>21</c:v>
                </c:pt>
                <c:pt idx="47">
                  <c:v>22</c:v>
                </c:pt>
                <c:pt idx="48">
                  <c:v>23</c:v>
                </c:pt>
                <c:pt idx="49">
                  <c:v>24</c:v>
                </c:pt>
                <c:pt idx="50">
                  <c:v>0</c:v>
                </c:pt>
                <c:pt idx="51">
                  <c:v>1</c:v>
                </c:pt>
                <c:pt idx="52">
                  <c:v>2</c:v>
                </c:pt>
                <c:pt idx="53">
                  <c:v>3</c:v>
                </c:pt>
                <c:pt idx="54">
                  <c:v>4</c:v>
                </c:pt>
                <c:pt idx="55">
                  <c:v>5</c:v>
                </c:pt>
                <c:pt idx="56">
                  <c:v>6</c:v>
                </c:pt>
                <c:pt idx="57">
                  <c:v>7</c:v>
                </c:pt>
                <c:pt idx="58">
                  <c:v>8</c:v>
                </c:pt>
                <c:pt idx="59">
                  <c:v>9</c:v>
                </c:pt>
                <c:pt idx="60">
                  <c:v>10</c:v>
                </c:pt>
                <c:pt idx="61">
                  <c:v>11</c:v>
                </c:pt>
                <c:pt idx="62">
                  <c:v>12</c:v>
                </c:pt>
                <c:pt idx="63">
                  <c:v>13</c:v>
                </c:pt>
                <c:pt idx="64">
                  <c:v>14</c:v>
                </c:pt>
                <c:pt idx="65">
                  <c:v>15</c:v>
                </c:pt>
                <c:pt idx="66">
                  <c:v>16</c:v>
                </c:pt>
                <c:pt idx="67">
                  <c:v>17</c:v>
                </c:pt>
                <c:pt idx="68">
                  <c:v>18</c:v>
                </c:pt>
                <c:pt idx="69">
                  <c:v>19</c:v>
                </c:pt>
                <c:pt idx="70">
                  <c:v>20</c:v>
                </c:pt>
                <c:pt idx="71">
                  <c:v>21</c:v>
                </c:pt>
                <c:pt idx="72">
                  <c:v>22</c:v>
                </c:pt>
                <c:pt idx="73">
                  <c:v>23</c:v>
                </c:pt>
                <c:pt idx="74">
                  <c:v>24</c:v>
                </c:pt>
                <c:pt idx="75">
                  <c:v>0</c:v>
                </c:pt>
                <c:pt idx="76">
                  <c:v>1</c:v>
                </c:pt>
                <c:pt idx="77">
                  <c:v>2</c:v>
                </c:pt>
                <c:pt idx="78">
                  <c:v>3</c:v>
                </c:pt>
                <c:pt idx="79">
                  <c:v>4</c:v>
                </c:pt>
                <c:pt idx="80">
                  <c:v>5</c:v>
                </c:pt>
                <c:pt idx="81">
                  <c:v>6</c:v>
                </c:pt>
                <c:pt idx="82">
                  <c:v>7</c:v>
                </c:pt>
                <c:pt idx="83">
                  <c:v>8</c:v>
                </c:pt>
                <c:pt idx="84">
                  <c:v>9</c:v>
                </c:pt>
                <c:pt idx="85">
                  <c:v>10</c:v>
                </c:pt>
                <c:pt idx="86">
                  <c:v>11</c:v>
                </c:pt>
                <c:pt idx="87">
                  <c:v>12</c:v>
                </c:pt>
                <c:pt idx="88">
                  <c:v>13</c:v>
                </c:pt>
                <c:pt idx="89">
                  <c:v>14</c:v>
                </c:pt>
                <c:pt idx="90">
                  <c:v>15</c:v>
                </c:pt>
                <c:pt idx="91">
                  <c:v>16</c:v>
                </c:pt>
                <c:pt idx="92">
                  <c:v>17</c:v>
                </c:pt>
                <c:pt idx="93">
                  <c:v>18</c:v>
                </c:pt>
                <c:pt idx="94">
                  <c:v>19</c:v>
                </c:pt>
                <c:pt idx="95">
                  <c:v>20</c:v>
                </c:pt>
                <c:pt idx="96">
                  <c:v>21</c:v>
                </c:pt>
                <c:pt idx="97">
                  <c:v>22</c:v>
                </c:pt>
                <c:pt idx="98">
                  <c:v>23</c:v>
                </c:pt>
                <c:pt idx="99">
                  <c:v>24</c:v>
                </c:pt>
                <c:pt idx="100">
                  <c:v>0</c:v>
                </c:pt>
                <c:pt idx="101">
                  <c:v>1</c:v>
                </c:pt>
                <c:pt idx="102">
                  <c:v>2</c:v>
                </c:pt>
                <c:pt idx="103">
                  <c:v>3</c:v>
                </c:pt>
                <c:pt idx="104">
                  <c:v>4</c:v>
                </c:pt>
                <c:pt idx="105">
                  <c:v>5</c:v>
                </c:pt>
                <c:pt idx="106">
                  <c:v>6</c:v>
                </c:pt>
                <c:pt idx="107">
                  <c:v>7</c:v>
                </c:pt>
                <c:pt idx="108">
                  <c:v>8</c:v>
                </c:pt>
                <c:pt idx="109">
                  <c:v>9</c:v>
                </c:pt>
                <c:pt idx="110">
                  <c:v>10</c:v>
                </c:pt>
                <c:pt idx="111">
                  <c:v>11</c:v>
                </c:pt>
                <c:pt idx="112">
                  <c:v>12</c:v>
                </c:pt>
                <c:pt idx="113">
                  <c:v>13</c:v>
                </c:pt>
                <c:pt idx="114">
                  <c:v>14</c:v>
                </c:pt>
                <c:pt idx="115">
                  <c:v>15</c:v>
                </c:pt>
                <c:pt idx="116">
                  <c:v>16</c:v>
                </c:pt>
                <c:pt idx="117">
                  <c:v>17</c:v>
                </c:pt>
                <c:pt idx="118">
                  <c:v>18</c:v>
                </c:pt>
                <c:pt idx="119">
                  <c:v>19</c:v>
                </c:pt>
                <c:pt idx="120">
                  <c:v>20</c:v>
                </c:pt>
                <c:pt idx="121">
                  <c:v>21</c:v>
                </c:pt>
                <c:pt idx="122">
                  <c:v>22</c:v>
                </c:pt>
                <c:pt idx="123">
                  <c:v>23</c:v>
                </c:pt>
                <c:pt idx="124">
                  <c:v>24</c:v>
                </c:pt>
                <c:pt idx="125">
                  <c:v>0</c:v>
                </c:pt>
                <c:pt idx="126">
                  <c:v>1</c:v>
                </c:pt>
                <c:pt idx="127">
                  <c:v>2</c:v>
                </c:pt>
                <c:pt idx="128">
                  <c:v>3</c:v>
                </c:pt>
                <c:pt idx="129">
                  <c:v>4</c:v>
                </c:pt>
                <c:pt idx="130">
                  <c:v>5</c:v>
                </c:pt>
                <c:pt idx="131">
                  <c:v>6</c:v>
                </c:pt>
                <c:pt idx="132">
                  <c:v>7</c:v>
                </c:pt>
                <c:pt idx="133">
                  <c:v>8</c:v>
                </c:pt>
                <c:pt idx="134">
                  <c:v>9</c:v>
                </c:pt>
                <c:pt idx="135">
                  <c:v>10</c:v>
                </c:pt>
                <c:pt idx="136">
                  <c:v>11</c:v>
                </c:pt>
                <c:pt idx="137">
                  <c:v>12</c:v>
                </c:pt>
                <c:pt idx="138">
                  <c:v>13</c:v>
                </c:pt>
                <c:pt idx="139">
                  <c:v>14</c:v>
                </c:pt>
                <c:pt idx="140">
                  <c:v>15</c:v>
                </c:pt>
                <c:pt idx="141">
                  <c:v>16</c:v>
                </c:pt>
                <c:pt idx="142">
                  <c:v>17</c:v>
                </c:pt>
                <c:pt idx="143">
                  <c:v>18</c:v>
                </c:pt>
                <c:pt idx="144">
                  <c:v>19</c:v>
                </c:pt>
                <c:pt idx="145">
                  <c:v>20</c:v>
                </c:pt>
                <c:pt idx="146">
                  <c:v>21</c:v>
                </c:pt>
                <c:pt idx="147">
                  <c:v>22</c:v>
                </c:pt>
                <c:pt idx="148">
                  <c:v>23</c:v>
                </c:pt>
                <c:pt idx="149">
                  <c:v>24</c:v>
                </c:pt>
                <c:pt idx="150">
                  <c:v>0</c:v>
                </c:pt>
                <c:pt idx="151">
                  <c:v>1</c:v>
                </c:pt>
                <c:pt idx="152">
                  <c:v>2</c:v>
                </c:pt>
                <c:pt idx="153">
                  <c:v>3</c:v>
                </c:pt>
                <c:pt idx="154">
                  <c:v>4</c:v>
                </c:pt>
                <c:pt idx="155">
                  <c:v>5</c:v>
                </c:pt>
                <c:pt idx="156">
                  <c:v>6</c:v>
                </c:pt>
                <c:pt idx="157">
                  <c:v>7</c:v>
                </c:pt>
                <c:pt idx="158">
                  <c:v>8</c:v>
                </c:pt>
                <c:pt idx="159">
                  <c:v>9</c:v>
                </c:pt>
                <c:pt idx="160">
                  <c:v>10</c:v>
                </c:pt>
                <c:pt idx="161">
                  <c:v>11</c:v>
                </c:pt>
                <c:pt idx="162">
                  <c:v>12</c:v>
                </c:pt>
                <c:pt idx="163">
                  <c:v>13</c:v>
                </c:pt>
                <c:pt idx="164">
                  <c:v>14</c:v>
                </c:pt>
                <c:pt idx="165">
                  <c:v>15</c:v>
                </c:pt>
                <c:pt idx="166">
                  <c:v>16</c:v>
                </c:pt>
                <c:pt idx="167">
                  <c:v>17</c:v>
                </c:pt>
                <c:pt idx="168">
                  <c:v>18</c:v>
                </c:pt>
                <c:pt idx="169">
                  <c:v>19</c:v>
                </c:pt>
                <c:pt idx="170">
                  <c:v>20</c:v>
                </c:pt>
                <c:pt idx="171">
                  <c:v>21</c:v>
                </c:pt>
                <c:pt idx="172">
                  <c:v>22</c:v>
                </c:pt>
                <c:pt idx="173">
                  <c:v>23</c:v>
                </c:pt>
                <c:pt idx="174">
                  <c:v>24</c:v>
                </c:pt>
                <c:pt idx="175">
                  <c:v>0</c:v>
                </c:pt>
                <c:pt idx="176">
                  <c:v>1</c:v>
                </c:pt>
                <c:pt idx="177">
                  <c:v>2</c:v>
                </c:pt>
                <c:pt idx="178">
                  <c:v>3</c:v>
                </c:pt>
                <c:pt idx="179">
                  <c:v>4</c:v>
                </c:pt>
                <c:pt idx="180">
                  <c:v>5</c:v>
                </c:pt>
                <c:pt idx="181">
                  <c:v>6</c:v>
                </c:pt>
                <c:pt idx="182">
                  <c:v>7</c:v>
                </c:pt>
                <c:pt idx="183">
                  <c:v>8</c:v>
                </c:pt>
                <c:pt idx="184">
                  <c:v>9</c:v>
                </c:pt>
                <c:pt idx="185">
                  <c:v>10</c:v>
                </c:pt>
                <c:pt idx="186">
                  <c:v>11</c:v>
                </c:pt>
                <c:pt idx="187">
                  <c:v>12</c:v>
                </c:pt>
                <c:pt idx="188">
                  <c:v>13</c:v>
                </c:pt>
                <c:pt idx="189">
                  <c:v>14</c:v>
                </c:pt>
                <c:pt idx="190">
                  <c:v>15</c:v>
                </c:pt>
                <c:pt idx="191">
                  <c:v>16</c:v>
                </c:pt>
                <c:pt idx="192">
                  <c:v>17</c:v>
                </c:pt>
                <c:pt idx="193">
                  <c:v>18</c:v>
                </c:pt>
                <c:pt idx="194">
                  <c:v>19</c:v>
                </c:pt>
                <c:pt idx="195">
                  <c:v>20</c:v>
                </c:pt>
                <c:pt idx="196">
                  <c:v>21</c:v>
                </c:pt>
                <c:pt idx="197">
                  <c:v>22</c:v>
                </c:pt>
                <c:pt idx="198">
                  <c:v>23</c:v>
                </c:pt>
                <c:pt idx="199">
                  <c:v>24</c:v>
                </c:pt>
                <c:pt idx="200">
                  <c:v>0</c:v>
                </c:pt>
                <c:pt idx="201">
                  <c:v>1</c:v>
                </c:pt>
                <c:pt idx="202">
                  <c:v>2</c:v>
                </c:pt>
                <c:pt idx="203">
                  <c:v>3</c:v>
                </c:pt>
                <c:pt idx="204">
                  <c:v>4</c:v>
                </c:pt>
                <c:pt idx="205">
                  <c:v>5</c:v>
                </c:pt>
                <c:pt idx="206">
                  <c:v>6</c:v>
                </c:pt>
                <c:pt idx="207">
                  <c:v>7</c:v>
                </c:pt>
                <c:pt idx="208">
                  <c:v>8</c:v>
                </c:pt>
                <c:pt idx="209">
                  <c:v>9</c:v>
                </c:pt>
                <c:pt idx="210">
                  <c:v>10</c:v>
                </c:pt>
                <c:pt idx="211">
                  <c:v>11</c:v>
                </c:pt>
                <c:pt idx="212">
                  <c:v>12</c:v>
                </c:pt>
                <c:pt idx="213">
                  <c:v>13</c:v>
                </c:pt>
                <c:pt idx="214">
                  <c:v>14</c:v>
                </c:pt>
                <c:pt idx="215">
                  <c:v>15</c:v>
                </c:pt>
                <c:pt idx="216">
                  <c:v>16</c:v>
                </c:pt>
                <c:pt idx="217">
                  <c:v>17</c:v>
                </c:pt>
                <c:pt idx="218">
                  <c:v>18</c:v>
                </c:pt>
                <c:pt idx="219">
                  <c:v>19</c:v>
                </c:pt>
                <c:pt idx="220">
                  <c:v>20</c:v>
                </c:pt>
                <c:pt idx="221">
                  <c:v>21</c:v>
                </c:pt>
                <c:pt idx="222">
                  <c:v>22</c:v>
                </c:pt>
                <c:pt idx="223">
                  <c:v>23</c:v>
                </c:pt>
                <c:pt idx="224">
                  <c:v>24</c:v>
                </c:pt>
                <c:pt idx="225">
                  <c:v>0</c:v>
                </c:pt>
                <c:pt idx="226">
                  <c:v>1</c:v>
                </c:pt>
                <c:pt idx="227">
                  <c:v>2</c:v>
                </c:pt>
                <c:pt idx="228">
                  <c:v>3</c:v>
                </c:pt>
                <c:pt idx="229">
                  <c:v>4</c:v>
                </c:pt>
                <c:pt idx="230">
                  <c:v>5</c:v>
                </c:pt>
                <c:pt idx="231">
                  <c:v>6</c:v>
                </c:pt>
                <c:pt idx="232">
                  <c:v>7</c:v>
                </c:pt>
                <c:pt idx="233">
                  <c:v>8</c:v>
                </c:pt>
                <c:pt idx="234">
                  <c:v>9</c:v>
                </c:pt>
                <c:pt idx="235">
                  <c:v>10</c:v>
                </c:pt>
                <c:pt idx="236">
                  <c:v>11</c:v>
                </c:pt>
                <c:pt idx="237">
                  <c:v>12</c:v>
                </c:pt>
                <c:pt idx="238">
                  <c:v>13</c:v>
                </c:pt>
                <c:pt idx="239">
                  <c:v>14</c:v>
                </c:pt>
                <c:pt idx="240">
                  <c:v>15</c:v>
                </c:pt>
                <c:pt idx="241">
                  <c:v>16</c:v>
                </c:pt>
                <c:pt idx="242">
                  <c:v>17</c:v>
                </c:pt>
                <c:pt idx="243">
                  <c:v>18</c:v>
                </c:pt>
                <c:pt idx="244">
                  <c:v>19</c:v>
                </c:pt>
                <c:pt idx="245">
                  <c:v>20</c:v>
                </c:pt>
                <c:pt idx="246">
                  <c:v>21</c:v>
                </c:pt>
                <c:pt idx="247">
                  <c:v>22</c:v>
                </c:pt>
                <c:pt idx="248">
                  <c:v>23</c:v>
                </c:pt>
                <c:pt idx="249">
                  <c:v>24</c:v>
                </c:pt>
              </c:numCache>
            </c:numRef>
          </c:xVal>
          <c:yVal>
            <c:numRef>
              <c:f>'Chart Data'!$B$2:$B$251</c:f>
              <c:numCache>
                <c:formatCode>General</c:formatCode>
                <c:ptCount val="250"/>
                <c:pt idx="0">
                  <c:v>11</c:v>
                </c:pt>
                <c:pt idx="1">
                  <c:v>11</c:v>
                </c:pt>
                <c:pt idx="2">
                  <c:v>11</c:v>
                </c:pt>
                <c:pt idx="3">
                  <c:v>11</c:v>
                </c:pt>
                <c:pt idx="4">
                  <c:v>11</c:v>
                </c:pt>
                <c:pt idx="5">
                  <c:v>11</c:v>
                </c:pt>
                <c:pt idx="6">
                  <c:v>11</c:v>
                </c:pt>
                <c:pt idx="7">
                  <c:v>11</c:v>
                </c:pt>
                <c:pt idx="8">
                  <c:v>11</c:v>
                </c:pt>
                <c:pt idx="9">
                  <c:v>11</c:v>
                </c:pt>
                <c:pt idx="10">
                  <c:v>11</c:v>
                </c:pt>
                <c:pt idx="11">
                  <c:v>11</c:v>
                </c:pt>
                <c:pt idx="12">
                  <c:v>11</c:v>
                </c:pt>
                <c:pt idx="13">
                  <c:v>11</c:v>
                </c:pt>
                <c:pt idx="14">
                  <c:v>11</c:v>
                </c:pt>
                <c:pt idx="15">
                  <c:v>11</c:v>
                </c:pt>
                <c:pt idx="16">
                  <c:v>11</c:v>
                </c:pt>
                <c:pt idx="17">
                  <c:v>11</c:v>
                </c:pt>
                <c:pt idx="18">
                  <c:v>11</c:v>
                </c:pt>
                <c:pt idx="19">
                  <c:v>11</c:v>
                </c:pt>
                <c:pt idx="20">
                  <c:v>11</c:v>
                </c:pt>
                <c:pt idx="21">
                  <c:v>11</c:v>
                </c:pt>
                <c:pt idx="22">
                  <c:v>11</c:v>
                </c:pt>
                <c:pt idx="23">
                  <c:v>11</c:v>
                </c:pt>
                <c:pt idx="24">
                  <c:v>11</c:v>
                </c:pt>
                <c:pt idx="25">
                  <c:v>10</c:v>
                </c:pt>
                <c:pt idx="26">
                  <c:v>10</c:v>
                </c:pt>
                <c:pt idx="27">
                  <c:v>10</c:v>
                </c:pt>
                <c:pt idx="28">
                  <c:v>10</c:v>
                </c:pt>
                <c:pt idx="29">
                  <c:v>10</c:v>
                </c:pt>
                <c:pt idx="30">
                  <c:v>10</c:v>
                </c:pt>
                <c:pt idx="31">
                  <c:v>10</c:v>
                </c:pt>
                <c:pt idx="32">
                  <c:v>10</c:v>
                </c:pt>
                <c:pt idx="33">
                  <c:v>10</c:v>
                </c:pt>
                <c:pt idx="34">
                  <c:v>10</c:v>
                </c:pt>
                <c:pt idx="35">
                  <c:v>10</c:v>
                </c:pt>
                <c:pt idx="36">
                  <c:v>10</c:v>
                </c:pt>
                <c:pt idx="37">
                  <c:v>10</c:v>
                </c:pt>
                <c:pt idx="38">
                  <c:v>10</c:v>
                </c:pt>
                <c:pt idx="39">
                  <c:v>10</c:v>
                </c:pt>
                <c:pt idx="40">
                  <c:v>10</c:v>
                </c:pt>
                <c:pt idx="41">
                  <c:v>10</c:v>
                </c:pt>
                <c:pt idx="42">
                  <c:v>10</c:v>
                </c:pt>
                <c:pt idx="43">
                  <c:v>10</c:v>
                </c:pt>
                <c:pt idx="44">
                  <c:v>10</c:v>
                </c:pt>
                <c:pt idx="45">
                  <c:v>10</c:v>
                </c:pt>
                <c:pt idx="46">
                  <c:v>10</c:v>
                </c:pt>
                <c:pt idx="47">
                  <c:v>10</c:v>
                </c:pt>
                <c:pt idx="48">
                  <c:v>10</c:v>
                </c:pt>
                <c:pt idx="49">
                  <c:v>10</c:v>
                </c:pt>
                <c:pt idx="50">
                  <c:v>9</c:v>
                </c:pt>
                <c:pt idx="51">
                  <c:v>9</c:v>
                </c:pt>
                <c:pt idx="52">
                  <c:v>9</c:v>
                </c:pt>
                <c:pt idx="53">
                  <c:v>9</c:v>
                </c:pt>
                <c:pt idx="54">
                  <c:v>9</c:v>
                </c:pt>
                <c:pt idx="55">
                  <c:v>9</c:v>
                </c:pt>
                <c:pt idx="56">
                  <c:v>9</c:v>
                </c:pt>
                <c:pt idx="57">
                  <c:v>9</c:v>
                </c:pt>
                <c:pt idx="58">
                  <c:v>9</c:v>
                </c:pt>
                <c:pt idx="59">
                  <c:v>9</c:v>
                </c:pt>
                <c:pt idx="60">
                  <c:v>9</c:v>
                </c:pt>
                <c:pt idx="61">
                  <c:v>9</c:v>
                </c:pt>
                <c:pt idx="62">
                  <c:v>9</c:v>
                </c:pt>
                <c:pt idx="63">
                  <c:v>9</c:v>
                </c:pt>
                <c:pt idx="64">
                  <c:v>9</c:v>
                </c:pt>
                <c:pt idx="65">
                  <c:v>9</c:v>
                </c:pt>
                <c:pt idx="66">
                  <c:v>9</c:v>
                </c:pt>
                <c:pt idx="67">
                  <c:v>9</c:v>
                </c:pt>
                <c:pt idx="68">
                  <c:v>9</c:v>
                </c:pt>
                <c:pt idx="69">
                  <c:v>9</c:v>
                </c:pt>
                <c:pt idx="70">
                  <c:v>9</c:v>
                </c:pt>
                <c:pt idx="71">
                  <c:v>9</c:v>
                </c:pt>
                <c:pt idx="72">
                  <c:v>9</c:v>
                </c:pt>
                <c:pt idx="73">
                  <c:v>9</c:v>
                </c:pt>
                <c:pt idx="74">
                  <c:v>9</c:v>
                </c:pt>
                <c:pt idx="75">
                  <c:v>8</c:v>
                </c:pt>
                <c:pt idx="76">
                  <c:v>8</c:v>
                </c:pt>
                <c:pt idx="77">
                  <c:v>8</c:v>
                </c:pt>
                <c:pt idx="78">
                  <c:v>8</c:v>
                </c:pt>
                <c:pt idx="79">
                  <c:v>8</c:v>
                </c:pt>
                <c:pt idx="80">
                  <c:v>8</c:v>
                </c:pt>
                <c:pt idx="81">
                  <c:v>8</c:v>
                </c:pt>
                <c:pt idx="82">
                  <c:v>8</c:v>
                </c:pt>
                <c:pt idx="83">
                  <c:v>8</c:v>
                </c:pt>
                <c:pt idx="84">
                  <c:v>8</c:v>
                </c:pt>
                <c:pt idx="85">
                  <c:v>8</c:v>
                </c:pt>
                <c:pt idx="86">
                  <c:v>8</c:v>
                </c:pt>
                <c:pt idx="87">
                  <c:v>8</c:v>
                </c:pt>
                <c:pt idx="88">
                  <c:v>8</c:v>
                </c:pt>
                <c:pt idx="89">
                  <c:v>8</c:v>
                </c:pt>
                <c:pt idx="90">
                  <c:v>8</c:v>
                </c:pt>
                <c:pt idx="91">
                  <c:v>8</c:v>
                </c:pt>
                <c:pt idx="92">
                  <c:v>8</c:v>
                </c:pt>
                <c:pt idx="93">
                  <c:v>8</c:v>
                </c:pt>
                <c:pt idx="94">
                  <c:v>8</c:v>
                </c:pt>
                <c:pt idx="95">
                  <c:v>8</c:v>
                </c:pt>
                <c:pt idx="96">
                  <c:v>8</c:v>
                </c:pt>
                <c:pt idx="97">
                  <c:v>8</c:v>
                </c:pt>
                <c:pt idx="98">
                  <c:v>8</c:v>
                </c:pt>
                <c:pt idx="99">
                  <c:v>8</c:v>
                </c:pt>
                <c:pt idx="100">
                  <c:v>7</c:v>
                </c:pt>
                <c:pt idx="101">
                  <c:v>7</c:v>
                </c:pt>
                <c:pt idx="102">
                  <c:v>7</c:v>
                </c:pt>
                <c:pt idx="103">
                  <c:v>7</c:v>
                </c:pt>
                <c:pt idx="104">
                  <c:v>7</c:v>
                </c:pt>
                <c:pt idx="105">
                  <c:v>7</c:v>
                </c:pt>
                <c:pt idx="106">
                  <c:v>7</c:v>
                </c:pt>
                <c:pt idx="107">
                  <c:v>7</c:v>
                </c:pt>
                <c:pt idx="108">
                  <c:v>7</c:v>
                </c:pt>
                <c:pt idx="109">
                  <c:v>7</c:v>
                </c:pt>
                <c:pt idx="110">
                  <c:v>7</c:v>
                </c:pt>
                <c:pt idx="111">
                  <c:v>7</c:v>
                </c:pt>
                <c:pt idx="112">
                  <c:v>7</c:v>
                </c:pt>
                <c:pt idx="113">
                  <c:v>7</c:v>
                </c:pt>
                <c:pt idx="114">
                  <c:v>7</c:v>
                </c:pt>
                <c:pt idx="115">
                  <c:v>7</c:v>
                </c:pt>
                <c:pt idx="116">
                  <c:v>7</c:v>
                </c:pt>
                <c:pt idx="117">
                  <c:v>7</c:v>
                </c:pt>
                <c:pt idx="118">
                  <c:v>7</c:v>
                </c:pt>
                <c:pt idx="119">
                  <c:v>7</c:v>
                </c:pt>
                <c:pt idx="120">
                  <c:v>7</c:v>
                </c:pt>
                <c:pt idx="121">
                  <c:v>7</c:v>
                </c:pt>
                <c:pt idx="122">
                  <c:v>7</c:v>
                </c:pt>
                <c:pt idx="123">
                  <c:v>7</c:v>
                </c:pt>
                <c:pt idx="124">
                  <c:v>7</c:v>
                </c:pt>
                <c:pt idx="125">
                  <c:v>6</c:v>
                </c:pt>
                <c:pt idx="126">
                  <c:v>6</c:v>
                </c:pt>
                <c:pt idx="127">
                  <c:v>6</c:v>
                </c:pt>
                <c:pt idx="128">
                  <c:v>6</c:v>
                </c:pt>
                <c:pt idx="129">
                  <c:v>6</c:v>
                </c:pt>
                <c:pt idx="130">
                  <c:v>6</c:v>
                </c:pt>
                <c:pt idx="131">
                  <c:v>6</c:v>
                </c:pt>
                <c:pt idx="132">
                  <c:v>6</c:v>
                </c:pt>
                <c:pt idx="133">
                  <c:v>6</c:v>
                </c:pt>
                <c:pt idx="134">
                  <c:v>6</c:v>
                </c:pt>
                <c:pt idx="135">
                  <c:v>6</c:v>
                </c:pt>
                <c:pt idx="136">
                  <c:v>6</c:v>
                </c:pt>
                <c:pt idx="137">
                  <c:v>6</c:v>
                </c:pt>
                <c:pt idx="138">
                  <c:v>6</c:v>
                </c:pt>
                <c:pt idx="139">
                  <c:v>6</c:v>
                </c:pt>
                <c:pt idx="140">
                  <c:v>6</c:v>
                </c:pt>
                <c:pt idx="141">
                  <c:v>6</c:v>
                </c:pt>
                <c:pt idx="142">
                  <c:v>6</c:v>
                </c:pt>
                <c:pt idx="143">
                  <c:v>6</c:v>
                </c:pt>
                <c:pt idx="144">
                  <c:v>6</c:v>
                </c:pt>
                <c:pt idx="145">
                  <c:v>6</c:v>
                </c:pt>
                <c:pt idx="146">
                  <c:v>6</c:v>
                </c:pt>
                <c:pt idx="147">
                  <c:v>6</c:v>
                </c:pt>
                <c:pt idx="148">
                  <c:v>6</c:v>
                </c:pt>
                <c:pt idx="149">
                  <c:v>6</c:v>
                </c:pt>
                <c:pt idx="150">
                  <c:v>5</c:v>
                </c:pt>
                <c:pt idx="151">
                  <c:v>5</c:v>
                </c:pt>
                <c:pt idx="152">
                  <c:v>5</c:v>
                </c:pt>
                <c:pt idx="153">
                  <c:v>5</c:v>
                </c:pt>
                <c:pt idx="154">
                  <c:v>5</c:v>
                </c:pt>
                <c:pt idx="155">
                  <c:v>5</c:v>
                </c:pt>
                <c:pt idx="156">
                  <c:v>5</c:v>
                </c:pt>
                <c:pt idx="157">
                  <c:v>5</c:v>
                </c:pt>
                <c:pt idx="158">
                  <c:v>5</c:v>
                </c:pt>
                <c:pt idx="159">
                  <c:v>5</c:v>
                </c:pt>
                <c:pt idx="160">
                  <c:v>5</c:v>
                </c:pt>
                <c:pt idx="161">
                  <c:v>5</c:v>
                </c:pt>
                <c:pt idx="162">
                  <c:v>5</c:v>
                </c:pt>
                <c:pt idx="163">
                  <c:v>5</c:v>
                </c:pt>
                <c:pt idx="164">
                  <c:v>5</c:v>
                </c:pt>
                <c:pt idx="165">
                  <c:v>5</c:v>
                </c:pt>
                <c:pt idx="166">
                  <c:v>5</c:v>
                </c:pt>
                <c:pt idx="167">
                  <c:v>5</c:v>
                </c:pt>
                <c:pt idx="168">
                  <c:v>5</c:v>
                </c:pt>
                <c:pt idx="169">
                  <c:v>5</c:v>
                </c:pt>
                <c:pt idx="170">
                  <c:v>5</c:v>
                </c:pt>
                <c:pt idx="171">
                  <c:v>5</c:v>
                </c:pt>
                <c:pt idx="172">
                  <c:v>5</c:v>
                </c:pt>
                <c:pt idx="173">
                  <c:v>5</c:v>
                </c:pt>
                <c:pt idx="174">
                  <c:v>5</c:v>
                </c:pt>
                <c:pt idx="175">
                  <c:v>4</c:v>
                </c:pt>
                <c:pt idx="176">
                  <c:v>4</c:v>
                </c:pt>
                <c:pt idx="177">
                  <c:v>4</c:v>
                </c:pt>
                <c:pt idx="178">
                  <c:v>4</c:v>
                </c:pt>
                <c:pt idx="179">
                  <c:v>4</c:v>
                </c:pt>
                <c:pt idx="180">
                  <c:v>4</c:v>
                </c:pt>
                <c:pt idx="181">
                  <c:v>4</c:v>
                </c:pt>
                <c:pt idx="182">
                  <c:v>4</c:v>
                </c:pt>
                <c:pt idx="183">
                  <c:v>4</c:v>
                </c:pt>
                <c:pt idx="184">
                  <c:v>4</c:v>
                </c:pt>
                <c:pt idx="185">
                  <c:v>4</c:v>
                </c:pt>
                <c:pt idx="186">
                  <c:v>4</c:v>
                </c:pt>
                <c:pt idx="187">
                  <c:v>4</c:v>
                </c:pt>
                <c:pt idx="188">
                  <c:v>4</c:v>
                </c:pt>
                <c:pt idx="189">
                  <c:v>4</c:v>
                </c:pt>
                <c:pt idx="190">
                  <c:v>4</c:v>
                </c:pt>
                <c:pt idx="191">
                  <c:v>4</c:v>
                </c:pt>
                <c:pt idx="192">
                  <c:v>4</c:v>
                </c:pt>
                <c:pt idx="193">
                  <c:v>4</c:v>
                </c:pt>
                <c:pt idx="194">
                  <c:v>4</c:v>
                </c:pt>
                <c:pt idx="195">
                  <c:v>4</c:v>
                </c:pt>
                <c:pt idx="196">
                  <c:v>4</c:v>
                </c:pt>
                <c:pt idx="197">
                  <c:v>4</c:v>
                </c:pt>
                <c:pt idx="198">
                  <c:v>4</c:v>
                </c:pt>
                <c:pt idx="199">
                  <c:v>4</c:v>
                </c:pt>
                <c:pt idx="200">
                  <c:v>3</c:v>
                </c:pt>
                <c:pt idx="201">
                  <c:v>3</c:v>
                </c:pt>
                <c:pt idx="202">
                  <c:v>3</c:v>
                </c:pt>
                <c:pt idx="203">
                  <c:v>3</c:v>
                </c:pt>
                <c:pt idx="204">
                  <c:v>3</c:v>
                </c:pt>
                <c:pt idx="205">
                  <c:v>3</c:v>
                </c:pt>
                <c:pt idx="206">
                  <c:v>3</c:v>
                </c:pt>
                <c:pt idx="207">
                  <c:v>3</c:v>
                </c:pt>
                <c:pt idx="208">
                  <c:v>3</c:v>
                </c:pt>
                <c:pt idx="209">
                  <c:v>3</c:v>
                </c:pt>
                <c:pt idx="210">
                  <c:v>3</c:v>
                </c:pt>
                <c:pt idx="211">
                  <c:v>3</c:v>
                </c:pt>
                <c:pt idx="212">
                  <c:v>3</c:v>
                </c:pt>
                <c:pt idx="213">
                  <c:v>3</c:v>
                </c:pt>
                <c:pt idx="214">
                  <c:v>3</c:v>
                </c:pt>
                <c:pt idx="215">
                  <c:v>3</c:v>
                </c:pt>
                <c:pt idx="216">
                  <c:v>3</c:v>
                </c:pt>
                <c:pt idx="217">
                  <c:v>3</c:v>
                </c:pt>
                <c:pt idx="218">
                  <c:v>3</c:v>
                </c:pt>
                <c:pt idx="219">
                  <c:v>3</c:v>
                </c:pt>
                <c:pt idx="220">
                  <c:v>3</c:v>
                </c:pt>
                <c:pt idx="221">
                  <c:v>3</c:v>
                </c:pt>
                <c:pt idx="222">
                  <c:v>3</c:v>
                </c:pt>
                <c:pt idx="223">
                  <c:v>3</c:v>
                </c:pt>
                <c:pt idx="224">
                  <c:v>3</c:v>
                </c:pt>
                <c:pt idx="225">
                  <c:v>2</c:v>
                </c:pt>
                <c:pt idx="226">
                  <c:v>2</c:v>
                </c:pt>
                <c:pt idx="227">
                  <c:v>2</c:v>
                </c:pt>
                <c:pt idx="228">
                  <c:v>2</c:v>
                </c:pt>
                <c:pt idx="229">
                  <c:v>2</c:v>
                </c:pt>
                <c:pt idx="230">
                  <c:v>2</c:v>
                </c:pt>
                <c:pt idx="231">
                  <c:v>2</c:v>
                </c:pt>
                <c:pt idx="232">
                  <c:v>2</c:v>
                </c:pt>
                <c:pt idx="233">
                  <c:v>2</c:v>
                </c:pt>
                <c:pt idx="234">
                  <c:v>2</c:v>
                </c:pt>
                <c:pt idx="235">
                  <c:v>2</c:v>
                </c:pt>
                <c:pt idx="236">
                  <c:v>2</c:v>
                </c:pt>
                <c:pt idx="237">
                  <c:v>2</c:v>
                </c:pt>
                <c:pt idx="238">
                  <c:v>2</c:v>
                </c:pt>
                <c:pt idx="239">
                  <c:v>2</c:v>
                </c:pt>
                <c:pt idx="240">
                  <c:v>2</c:v>
                </c:pt>
                <c:pt idx="241">
                  <c:v>2</c:v>
                </c:pt>
                <c:pt idx="242">
                  <c:v>2</c:v>
                </c:pt>
                <c:pt idx="243">
                  <c:v>2</c:v>
                </c:pt>
                <c:pt idx="244">
                  <c:v>2</c:v>
                </c:pt>
                <c:pt idx="245">
                  <c:v>2</c:v>
                </c:pt>
                <c:pt idx="246">
                  <c:v>2</c:v>
                </c:pt>
                <c:pt idx="247">
                  <c:v>2</c:v>
                </c:pt>
                <c:pt idx="248">
                  <c:v>2</c:v>
                </c:pt>
                <c:pt idx="249">
                  <c:v>2</c:v>
                </c:pt>
              </c:numCache>
            </c:numRef>
          </c:yVal>
        </c:ser>
        <c:ser>
          <c:idx val="1"/>
          <c:order val="1"/>
          <c:tx>
            <c:v>New Jersey</c:v>
          </c:tx>
          <c:spPr>
            <a:solidFill xmlns:a="http://schemas.openxmlformats.org/drawingml/2006/main">
              <a:srgbClr val="A87512"/>
            </a:solidFill>
            <a:ln xmlns:a="http://schemas.openxmlformats.org/drawingml/2006/main" w="0">
              <a:noFill/>
            </a:ln>
          </c:spPr>
          <c:marker>
            <c:symbol val="circle"/>
            <c:size val="5"/>
            <c:spPr>
              <a:noFill xmlns:a="http://schemas.openxmlformats.org/drawingml/2006/main"/>
            </c:spPr>
          </c:marker>
          <c:xVal>
            <c:numRef>
              <c:f>'Chart Data'!$C$2:$C$141</c:f>
              <c:numCache>
                <c:formatCode>General</c:formatCode>
                <c:ptCount val="140"/>
                <c:pt idx="0">
                  <c:v>29</c:v>
                </c:pt>
                <c:pt idx="1">
                  <c:v>30</c:v>
                </c:pt>
                <c:pt idx="2">
                  <c:v>31</c:v>
                </c:pt>
                <c:pt idx="3">
                  <c:v>32</c:v>
                </c:pt>
                <c:pt idx="4">
                  <c:v>33</c:v>
                </c:pt>
                <c:pt idx="5">
                  <c:v>34</c:v>
                </c:pt>
                <c:pt idx="6">
                  <c:v>35</c:v>
                </c:pt>
                <c:pt idx="7">
                  <c:v>36</c:v>
                </c:pt>
                <c:pt idx="8">
                  <c:v>37</c:v>
                </c:pt>
                <c:pt idx="9">
                  <c:v>38</c:v>
                </c:pt>
                <c:pt idx="10">
                  <c:v>39</c:v>
                </c:pt>
                <c:pt idx="11">
                  <c:v>40</c:v>
                </c:pt>
                <c:pt idx="12">
                  <c:v>41</c:v>
                </c:pt>
                <c:pt idx="13">
                  <c:v>42</c:v>
                </c:pt>
                <c:pt idx="14">
                  <c:v>29</c:v>
                </c:pt>
                <c:pt idx="15">
                  <c:v>30</c:v>
                </c:pt>
                <c:pt idx="16">
                  <c:v>31</c:v>
                </c:pt>
                <c:pt idx="17">
                  <c:v>32</c:v>
                </c:pt>
                <c:pt idx="18">
                  <c:v>33</c:v>
                </c:pt>
                <c:pt idx="19">
                  <c:v>34</c:v>
                </c:pt>
                <c:pt idx="20">
                  <c:v>35</c:v>
                </c:pt>
                <c:pt idx="21">
                  <c:v>36</c:v>
                </c:pt>
                <c:pt idx="22">
                  <c:v>37</c:v>
                </c:pt>
                <c:pt idx="23">
                  <c:v>38</c:v>
                </c:pt>
                <c:pt idx="24">
                  <c:v>39</c:v>
                </c:pt>
                <c:pt idx="25">
                  <c:v>40</c:v>
                </c:pt>
                <c:pt idx="26">
                  <c:v>41</c:v>
                </c:pt>
                <c:pt idx="27">
                  <c:v>42</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29</c:v>
                </c:pt>
                <c:pt idx="43">
                  <c:v>30</c:v>
                </c:pt>
                <c:pt idx="44">
                  <c:v>31</c:v>
                </c:pt>
                <c:pt idx="45">
                  <c:v>32</c:v>
                </c:pt>
                <c:pt idx="46">
                  <c:v>33</c:v>
                </c:pt>
                <c:pt idx="47">
                  <c:v>34</c:v>
                </c:pt>
                <c:pt idx="48">
                  <c:v>35</c:v>
                </c:pt>
                <c:pt idx="49">
                  <c:v>36</c:v>
                </c:pt>
                <c:pt idx="50">
                  <c:v>37</c:v>
                </c:pt>
                <c:pt idx="51">
                  <c:v>38</c:v>
                </c:pt>
                <c:pt idx="52">
                  <c:v>39</c:v>
                </c:pt>
                <c:pt idx="53">
                  <c:v>40</c:v>
                </c:pt>
                <c:pt idx="54">
                  <c:v>41</c:v>
                </c:pt>
                <c:pt idx="55">
                  <c:v>42</c:v>
                </c:pt>
                <c:pt idx="56">
                  <c:v>29</c:v>
                </c:pt>
                <c:pt idx="57">
                  <c:v>30</c:v>
                </c:pt>
                <c:pt idx="58">
                  <c:v>31</c:v>
                </c:pt>
                <c:pt idx="59">
                  <c:v>32</c:v>
                </c:pt>
                <c:pt idx="60">
                  <c:v>33</c:v>
                </c:pt>
                <c:pt idx="61">
                  <c:v>34</c:v>
                </c:pt>
                <c:pt idx="62">
                  <c:v>35</c:v>
                </c:pt>
                <c:pt idx="63">
                  <c:v>36</c:v>
                </c:pt>
                <c:pt idx="64">
                  <c:v>37</c:v>
                </c:pt>
                <c:pt idx="65">
                  <c:v>38</c:v>
                </c:pt>
                <c:pt idx="66">
                  <c:v>39</c:v>
                </c:pt>
                <c:pt idx="67">
                  <c:v>40</c:v>
                </c:pt>
                <c:pt idx="68">
                  <c:v>41</c:v>
                </c:pt>
                <c:pt idx="69">
                  <c:v>42</c:v>
                </c:pt>
                <c:pt idx="70">
                  <c:v>29</c:v>
                </c:pt>
                <c:pt idx="71">
                  <c:v>30</c:v>
                </c:pt>
                <c:pt idx="72">
                  <c:v>31</c:v>
                </c:pt>
                <c:pt idx="73">
                  <c:v>32</c:v>
                </c:pt>
                <c:pt idx="74">
                  <c:v>33</c:v>
                </c:pt>
                <c:pt idx="75">
                  <c:v>34</c:v>
                </c:pt>
                <c:pt idx="76">
                  <c:v>35</c:v>
                </c:pt>
                <c:pt idx="77">
                  <c:v>36</c:v>
                </c:pt>
                <c:pt idx="78">
                  <c:v>37</c:v>
                </c:pt>
                <c:pt idx="79">
                  <c:v>38</c:v>
                </c:pt>
                <c:pt idx="80">
                  <c:v>39</c:v>
                </c:pt>
                <c:pt idx="81">
                  <c:v>40</c:v>
                </c:pt>
                <c:pt idx="82">
                  <c:v>41</c:v>
                </c:pt>
                <c:pt idx="83">
                  <c:v>42</c:v>
                </c:pt>
                <c:pt idx="84">
                  <c:v>29</c:v>
                </c:pt>
                <c:pt idx="85">
                  <c:v>30</c:v>
                </c:pt>
                <c:pt idx="86">
                  <c:v>31</c:v>
                </c:pt>
                <c:pt idx="87">
                  <c:v>32</c:v>
                </c:pt>
                <c:pt idx="88">
                  <c:v>33</c:v>
                </c:pt>
                <c:pt idx="89">
                  <c:v>34</c:v>
                </c:pt>
                <c:pt idx="90">
                  <c:v>35</c:v>
                </c:pt>
                <c:pt idx="91">
                  <c:v>36</c:v>
                </c:pt>
                <c:pt idx="92">
                  <c:v>37</c:v>
                </c:pt>
                <c:pt idx="93">
                  <c:v>38</c:v>
                </c:pt>
                <c:pt idx="94">
                  <c:v>39</c:v>
                </c:pt>
                <c:pt idx="95">
                  <c:v>40</c:v>
                </c:pt>
                <c:pt idx="96">
                  <c:v>41</c:v>
                </c:pt>
                <c:pt idx="97">
                  <c:v>42</c:v>
                </c:pt>
                <c:pt idx="98">
                  <c:v>29</c:v>
                </c:pt>
                <c:pt idx="99">
                  <c:v>30</c:v>
                </c:pt>
                <c:pt idx="100">
                  <c:v>31</c:v>
                </c:pt>
                <c:pt idx="101">
                  <c:v>32</c:v>
                </c:pt>
                <c:pt idx="102">
                  <c:v>33</c:v>
                </c:pt>
                <c:pt idx="103">
                  <c:v>34</c:v>
                </c:pt>
                <c:pt idx="104">
                  <c:v>35</c:v>
                </c:pt>
                <c:pt idx="105">
                  <c:v>36</c:v>
                </c:pt>
                <c:pt idx="106">
                  <c:v>37</c:v>
                </c:pt>
                <c:pt idx="107">
                  <c:v>38</c:v>
                </c:pt>
                <c:pt idx="108">
                  <c:v>39</c:v>
                </c:pt>
                <c:pt idx="109">
                  <c:v>40</c:v>
                </c:pt>
                <c:pt idx="110">
                  <c:v>41</c:v>
                </c:pt>
                <c:pt idx="111">
                  <c:v>42</c:v>
                </c:pt>
                <c:pt idx="112">
                  <c:v>29</c:v>
                </c:pt>
                <c:pt idx="113">
                  <c:v>30</c:v>
                </c:pt>
                <c:pt idx="114">
                  <c:v>31</c:v>
                </c:pt>
                <c:pt idx="115">
                  <c:v>32</c:v>
                </c:pt>
                <c:pt idx="116">
                  <c:v>33</c:v>
                </c:pt>
                <c:pt idx="117">
                  <c:v>34</c:v>
                </c:pt>
                <c:pt idx="118">
                  <c:v>35</c:v>
                </c:pt>
                <c:pt idx="119">
                  <c:v>36</c:v>
                </c:pt>
                <c:pt idx="120">
                  <c:v>37</c:v>
                </c:pt>
                <c:pt idx="121">
                  <c:v>38</c:v>
                </c:pt>
                <c:pt idx="122">
                  <c:v>39</c:v>
                </c:pt>
                <c:pt idx="123">
                  <c:v>40</c:v>
                </c:pt>
                <c:pt idx="124">
                  <c:v>41</c:v>
                </c:pt>
                <c:pt idx="125">
                  <c:v>42</c:v>
                </c:pt>
                <c:pt idx="126">
                  <c:v>29</c:v>
                </c:pt>
                <c:pt idx="127">
                  <c:v>30</c:v>
                </c:pt>
                <c:pt idx="128">
                  <c:v>31</c:v>
                </c:pt>
                <c:pt idx="129">
                  <c:v>32</c:v>
                </c:pt>
                <c:pt idx="130">
                  <c:v>33</c:v>
                </c:pt>
                <c:pt idx="131">
                  <c:v>34</c:v>
                </c:pt>
                <c:pt idx="132">
                  <c:v>35</c:v>
                </c:pt>
                <c:pt idx="133">
                  <c:v>36</c:v>
                </c:pt>
                <c:pt idx="134">
                  <c:v>37</c:v>
                </c:pt>
                <c:pt idx="135">
                  <c:v>38</c:v>
                </c:pt>
                <c:pt idx="136">
                  <c:v>39</c:v>
                </c:pt>
                <c:pt idx="137">
                  <c:v>40</c:v>
                </c:pt>
                <c:pt idx="138">
                  <c:v>41</c:v>
                </c:pt>
                <c:pt idx="139">
                  <c:v>42</c:v>
                </c:pt>
              </c:numCache>
            </c:numRef>
          </c:xVal>
          <c:yVal>
            <c:numRef>
              <c:f>'Chart Data'!$D$2:$D$141</c:f>
              <c:numCache>
                <c:formatCode>General</c:formatCode>
                <c:ptCount val="140"/>
                <c:pt idx="0">
                  <c:v>11</c:v>
                </c:pt>
                <c:pt idx="1">
                  <c:v>11</c:v>
                </c:pt>
                <c:pt idx="2">
                  <c:v>11</c:v>
                </c:pt>
                <c:pt idx="3">
                  <c:v>11</c:v>
                </c:pt>
                <c:pt idx="4">
                  <c:v>11</c:v>
                </c:pt>
                <c:pt idx="5">
                  <c:v>11</c:v>
                </c:pt>
                <c:pt idx="6">
                  <c:v>11</c:v>
                </c:pt>
                <c:pt idx="7">
                  <c:v>11</c:v>
                </c:pt>
                <c:pt idx="8">
                  <c:v>11</c:v>
                </c:pt>
                <c:pt idx="9">
                  <c:v>11</c:v>
                </c:pt>
                <c:pt idx="10">
                  <c:v>11</c:v>
                </c:pt>
                <c:pt idx="11">
                  <c:v>11</c:v>
                </c:pt>
                <c:pt idx="12">
                  <c:v>11</c:v>
                </c:pt>
                <c:pt idx="13">
                  <c:v>11</c:v>
                </c:pt>
                <c:pt idx="14">
                  <c:v>10</c:v>
                </c:pt>
                <c:pt idx="15">
                  <c:v>10</c:v>
                </c:pt>
                <c:pt idx="16">
                  <c:v>10</c:v>
                </c:pt>
                <c:pt idx="17">
                  <c:v>10</c:v>
                </c:pt>
                <c:pt idx="18">
                  <c:v>10</c:v>
                </c:pt>
                <c:pt idx="19">
                  <c:v>10</c:v>
                </c:pt>
                <c:pt idx="20">
                  <c:v>10</c:v>
                </c:pt>
                <c:pt idx="21">
                  <c:v>10</c:v>
                </c:pt>
                <c:pt idx="22">
                  <c:v>10</c:v>
                </c:pt>
                <c:pt idx="23">
                  <c:v>10</c:v>
                </c:pt>
                <c:pt idx="24">
                  <c:v>10</c:v>
                </c:pt>
                <c:pt idx="25">
                  <c:v>10</c:v>
                </c:pt>
                <c:pt idx="26">
                  <c:v>10</c:v>
                </c:pt>
                <c:pt idx="27">
                  <c:v>10</c:v>
                </c:pt>
                <c:pt idx="28">
                  <c:v>9</c:v>
                </c:pt>
                <c:pt idx="29">
                  <c:v>9</c:v>
                </c:pt>
                <c:pt idx="30">
                  <c:v>9</c:v>
                </c:pt>
                <c:pt idx="31">
                  <c:v>9</c:v>
                </c:pt>
                <c:pt idx="32">
                  <c:v>9</c:v>
                </c:pt>
                <c:pt idx="33">
                  <c:v>9</c:v>
                </c:pt>
                <c:pt idx="34">
                  <c:v>9</c:v>
                </c:pt>
                <c:pt idx="35">
                  <c:v>9</c:v>
                </c:pt>
                <c:pt idx="36">
                  <c:v>9</c:v>
                </c:pt>
                <c:pt idx="37">
                  <c:v>9</c:v>
                </c:pt>
                <c:pt idx="38">
                  <c:v>9</c:v>
                </c:pt>
                <c:pt idx="39">
                  <c:v>9</c:v>
                </c:pt>
                <c:pt idx="40">
                  <c:v>9</c:v>
                </c:pt>
                <c:pt idx="41">
                  <c:v>9</c:v>
                </c:pt>
                <c:pt idx="42">
                  <c:v>8</c:v>
                </c:pt>
                <c:pt idx="43">
                  <c:v>8</c:v>
                </c:pt>
                <c:pt idx="44">
                  <c:v>8</c:v>
                </c:pt>
                <c:pt idx="45">
                  <c:v>8</c:v>
                </c:pt>
                <c:pt idx="46">
                  <c:v>8</c:v>
                </c:pt>
                <c:pt idx="47">
                  <c:v>8</c:v>
                </c:pt>
                <c:pt idx="48">
                  <c:v>8</c:v>
                </c:pt>
                <c:pt idx="49">
                  <c:v>8</c:v>
                </c:pt>
                <c:pt idx="50">
                  <c:v>8</c:v>
                </c:pt>
                <c:pt idx="51">
                  <c:v>8</c:v>
                </c:pt>
                <c:pt idx="52">
                  <c:v>8</c:v>
                </c:pt>
                <c:pt idx="53">
                  <c:v>8</c:v>
                </c:pt>
                <c:pt idx="54">
                  <c:v>8</c:v>
                </c:pt>
                <c:pt idx="55">
                  <c:v>8</c:v>
                </c:pt>
                <c:pt idx="56">
                  <c:v>7</c:v>
                </c:pt>
                <c:pt idx="57">
                  <c:v>7</c:v>
                </c:pt>
                <c:pt idx="58">
                  <c:v>7</c:v>
                </c:pt>
                <c:pt idx="59">
                  <c:v>7</c:v>
                </c:pt>
                <c:pt idx="60">
                  <c:v>7</c:v>
                </c:pt>
                <c:pt idx="61">
                  <c:v>7</c:v>
                </c:pt>
                <c:pt idx="62">
                  <c:v>7</c:v>
                </c:pt>
                <c:pt idx="63">
                  <c:v>7</c:v>
                </c:pt>
                <c:pt idx="64">
                  <c:v>7</c:v>
                </c:pt>
                <c:pt idx="65">
                  <c:v>7</c:v>
                </c:pt>
                <c:pt idx="66">
                  <c:v>7</c:v>
                </c:pt>
                <c:pt idx="67">
                  <c:v>7</c:v>
                </c:pt>
                <c:pt idx="68">
                  <c:v>7</c:v>
                </c:pt>
                <c:pt idx="69">
                  <c:v>7</c:v>
                </c:pt>
                <c:pt idx="70">
                  <c:v>6</c:v>
                </c:pt>
                <c:pt idx="71">
                  <c:v>6</c:v>
                </c:pt>
                <c:pt idx="72">
                  <c:v>6</c:v>
                </c:pt>
                <c:pt idx="73">
                  <c:v>6</c:v>
                </c:pt>
                <c:pt idx="74">
                  <c:v>6</c:v>
                </c:pt>
                <c:pt idx="75">
                  <c:v>6</c:v>
                </c:pt>
                <c:pt idx="76">
                  <c:v>6</c:v>
                </c:pt>
                <c:pt idx="77">
                  <c:v>6</c:v>
                </c:pt>
                <c:pt idx="78">
                  <c:v>6</c:v>
                </c:pt>
                <c:pt idx="79">
                  <c:v>6</c:v>
                </c:pt>
                <c:pt idx="80">
                  <c:v>6</c:v>
                </c:pt>
                <c:pt idx="81">
                  <c:v>6</c:v>
                </c:pt>
                <c:pt idx="82">
                  <c:v>6</c:v>
                </c:pt>
                <c:pt idx="83">
                  <c:v>6</c:v>
                </c:pt>
                <c:pt idx="84">
                  <c:v>5</c:v>
                </c:pt>
                <c:pt idx="85">
                  <c:v>5</c:v>
                </c:pt>
                <c:pt idx="86">
                  <c:v>5</c:v>
                </c:pt>
                <c:pt idx="87">
                  <c:v>5</c:v>
                </c:pt>
                <c:pt idx="88">
                  <c:v>5</c:v>
                </c:pt>
                <c:pt idx="89">
                  <c:v>5</c:v>
                </c:pt>
                <c:pt idx="90">
                  <c:v>5</c:v>
                </c:pt>
                <c:pt idx="91">
                  <c:v>5</c:v>
                </c:pt>
                <c:pt idx="92">
                  <c:v>5</c:v>
                </c:pt>
                <c:pt idx="93">
                  <c:v>5</c:v>
                </c:pt>
                <c:pt idx="94">
                  <c:v>5</c:v>
                </c:pt>
                <c:pt idx="95">
                  <c:v>5</c:v>
                </c:pt>
                <c:pt idx="96">
                  <c:v>5</c:v>
                </c:pt>
                <c:pt idx="97">
                  <c:v>5</c:v>
                </c:pt>
                <c:pt idx="98">
                  <c:v>4</c:v>
                </c:pt>
                <c:pt idx="99">
                  <c:v>4</c:v>
                </c:pt>
                <c:pt idx="100">
                  <c:v>4</c:v>
                </c:pt>
                <c:pt idx="101">
                  <c:v>4</c:v>
                </c:pt>
                <c:pt idx="102">
                  <c:v>4</c:v>
                </c:pt>
                <c:pt idx="103">
                  <c:v>4</c:v>
                </c:pt>
                <c:pt idx="104">
                  <c:v>4</c:v>
                </c:pt>
                <c:pt idx="105">
                  <c:v>4</c:v>
                </c:pt>
                <c:pt idx="106">
                  <c:v>4</c:v>
                </c:pt>
                <c:pt idx="107">
                  <c:v>4</c:v>
                </c:pt>
                <c:pt idx="108">
                  <c:v>4</c:v>
                </c:pt>
                <c:pt idx="109">
                  <c:v>4</c:v>
                </c:pt>
                <c:pt idx="110">
                  <c:v>4</c:v>
                </c:pt>
                <c:pt idx="111">
                  <c:v>4</c:v>
                </c:pt>
                <c:pt idx="112">
                  <c:v>3</c:v>
                </c:pt>
                <c:pt idx="113">
                  <c:v>3</c:v>
                </c:pt>
                <c:pt idx="114">
                  <c:v>3</c:v>
                </c:pt>
                <c:pt idx="115">
                  <c:v>3</c:v>
                </c:pt>
                <c:pt idx="116">
                  <c:v>3</c:v>
                </c:pt>
                <c:pt idx="117">
                  <c:v>3</c:v>
                </c:pt>
                <c:pt idx="118">
                  <c:v>3</c:v>
                </c:pt>
                <c:pt idx="119">
                  <c:v>3</c:v>
                </c:pt>
                <c:pt idx="120">
                  <c:v>3</c:v>
                </c:pt>
                <c:pt idx="121">
                  <c:v>3</c:v>
                </c:pt>
                <c:pt idx="122">
                  <c:v>3</c:v>
                </c:pt>
                <c:pt idx="123">
                  <c:v>3</c:v>
                </c:pt>
                <c:pt idx="124">
                  <c:v>3</c:v>
                </c:pt>
                <c:pt idx="125">
                  <c:v>3</c:v>
                </c:pt>
                <c:pt idx="126">
                  <c:v>2</c:v>
                </c:pt>
                <c:pt idx="127">
                  <c:v>2</c:v>
                </c:pt>
                <c:pt idx="128">
                  <c:v>2</c:v>
                </c:pt>
                <c:pt idx="129">
                  <c:v>2</c:v>
                </c:pt>
                <c:pt idx="130">
                  <c:v>2</c:v>
                </c:pt>
                <c:pt idx="131">
                  <c:v>2</c:v>
                </c:pt>
                <c:pt idx="132">
                  <c:v>2</c:v>
                </c:pt>
                <c:pt idx="133">
                  <c:v>2</c:v>
                </c:pt>
                <c:pt idx="134">
                  <c:v>2</c:v>
                </c:pt>
                <c:pt idx="135">
                  <c:v>2</c:v>
                </c:pt>
                <c:pt idx="136">
                  <c:v>2</c:v>
                </c:pt>
                <c:pt idx="137">
                  <c:v>2</c:v>
                </c:pt>
                <c:pt idx="138">
                  <c:v>2</c:v>
                </c:pt>
                <c:pt idx="139">
                  <c:v>2</c:v>
                </c:pt>
              </c:numCache>
            </c:numRef>
          </c:yVal>
        </c:ser>
        <c:ser>
          <c:idx val="2"/>
          <c:order val="2"/>
          <c:tx>
            <c:v>Massachusetts</c:v>
          </c:tx>
          <c:spPr>
            <a:solidFill xmlns:a="http://schemas.openxmlformats.org/drawingml/2006/main">
              <a:srgbClr val="CFD5DE"/>
            </a:solidFill>
            <a:ln xmlns:a="http://schemas.openxmlformats.org/drawingml/2006/main" w="0">
              <a:noFill/>
            </a:ln>
          </c:spPr>
          <c:marker>
            <c:symbol val="circle"/>
            <c:size val="5"/>
            <c:spPr>
              <a:noFill xmlns:a="http://schemas.openxmlformats.org/drawingml/2006/main"/>
            </c:spPr>
          </c:marker>
          <c:xVal>
            <c:numRef>
              <c:f>'Chart Data'!$E$2:$E$111</c:f>
              <c:numCache>
                <c:formatCode>General</c:formatCode>
                <c:ptCount val="110"/>
                <c:pt idx="0">
                  <c:v>47</c:v>
                </c:pt>
                <c:pt idx="1">
                  <c:v>48</c:v>
                </c:pt>
                <c:pt idx="2">
                  <c:v>49</c:v>
                </c:pt>
                <c:pt idx="3">
                  <c:v>50</c:v>
                </c:pt>
                <c:pt idx="4">
                  <c:v>51</c:v>
                </c:pt>
                <c:pt idx="5">
                  <c:v>52</c:v>
                </c:pt>
                <c:pt idx="6">
                  <c:v>53</c:v>
                </c:pt>
                <c:pt idx="7">
                  <c:v>54</c:v>
                </c:pt>
                <c:pt idx="8">
                  <c:v>55</c:v>
                </c:pt>
                <c:pt idx="9">
                  <c:v>56</c:v>
                </c:pt>
                <c:pt idx="10">
                  <c:v>57</c:v>
                </c:pt>
                <c:pt idx="11">
                  <c:v>47</c:v>
                </c:pt>
                <c:pt idx="12">
                  <c:v>48</c:v>
                </c:pt>
                <c:pt idx="13">
                  <c:v>49</c:v>
                </c:pt>
                <c:pt idx="14">
                  <c:v>50</c:v>
                </c:pt>
                <c:pt idx="15">
                  <c:v>51</c:v>
                </c:pt>
                <c:pt idx="16">
                  <c:v>52</c:v>
                </c:pt>
                <c:pt idx="17">
                  <c:v>53</c:v>
                </c:pt>
                <c:pt idx="18">
                  <c:v>54</c:v>
                </c:pt>
                <c:pt idx="19">
                  <c:v>55</c:v>
                </c:pt>
                <c:pt idx="20">
                  <c:v>56</c:v>
                </c:pt>
                <c:pt idx="21">
                  <c:v>57</c:v>
                </c:pt>
                <c:pt idx="22">
                  <c:v>47</c:v>
                </c:pt>
                <c:pt idx="23">
                  <c:v>48</c:v>
                </c:pt>
                <c:pt idx="24">
                  <c:v>49</c:v>
                </c:pt>
                <c:pt idx="25">
                  <c:v>50</c:v>
                </c:pt>
                <c:pt idx="26">
                  <c:v>51</c:v>
                </c:pt>
                <c:pt idx="27">
                  <c:v>52</c:v>
                </c:pt>
                <c:pt idx="28">
                  <c:v>53</c:v>
                </c:pt>
                <c:pt idx="29">
                  <c:v>54</c:v>
                </c:pt>
                <c:pt idx="30">
                  <c:v>55</c:v>
                </c:pt>
                <c:pt idx="31">
                  <c:v>56</c:v>
                </c:pt>
                <c:pt idx="32">
                  <c:v>57</c:v>
                </c:pt>
                <c:pt idx="33">
                  <c:v>47</c:v>
                </c:pt>
                <c:pt idx="34">
                  <c:v>48</c:v>
                </c:pt>
                <c:pt idx="35">
                  <c:v>49</c:v>
                </c:pt>
                <c:pt idx="36">
                  <c:v>50</c:v>
                </c:pt>
                <c:pt idx="37">
                  <c:v>51</c:v>
                </c:pt>
                <c:pt idx="38">
                  <c:v>52</c:v>
                </c:pt>
                <c:pt idx="39">
                  <c:v>53</c:v>
                </c:pt>
                <c:pt idx="40">
                  <c:v>54</c:v>
                </c:pt>
                <c:pt idx="41">
                  <c:v>55</c:v>
                </c:pt>
                <c:pt idx="42">
                  <c:v>56</c:v>
                </c:pt>
                <c:pt idx="43">
                  <c:v>57</c:v>
                </c:pt>
                <c:pt idx="44">
                  <c:v>47</c:v>
                </c:pt>
                <c:pt idx="45">
                  <c:v>48</c:v>
                </c:pt>
                <c:pt idx="46">
                  <c:v>49</c:v>
                </c:pt>
                <c:pt idx="47">
                  <c:v>50</c:v>
                </c:pt>
                <c:pt idx="48">
                  <c:v>51</c:v>
                </c:pt>
                <c:pt idx="49">
                  <c:v>52</c:v>
                </c:pt>
                <c:pt idx="50">
                  <c:v>53</c:v>
                </c:pt>
                <c:pt idx="51">
                  <c:v>54</c:v>
                </c:pt>
                <c:pt idx="52">
                  <c:v>55</c:v>
                </c:pt>
                <c:pt idx="53">
                  <c:v>56</c:v>
                </c:pt>
                <c:pt idx="54">
                  <c:v>57</c:v>
                </c:pt>
                <c:pt idx="55">
                  <c:v>47</c:v>
                </c:pt>
                <c:pt idx="56">
                  <c:v>48</c:v>
                </c:pt>
                <c:pt idx="57">
                  <c:v>49</c:v>
                </c:pt>
                <c:pt idx="58">
                  <c:v>50</c:v>
                </c:pt>
                <c:pt idx="59">
                  <c:v>51</c:v>
                </c:pt>
                <c:pt idx="60">
                  <c:v>52</c:v>
                </c:pt>
                <c:pt idx="61">
                  <c:v>53</c:v>
                </c:pt>
                <c:pt idx="62">
                  <c:v>54</c:v>
                </c:pt>
                <c:pt idx="63">
                  <c:v>55</c:v>
                </c:pt>
                <c:pt idx="64">
                  <c:v>56</c:v>
                </c:pt>
                <c:pt idx="65">
                  <c:v>57</c:v>
                </c:pt>
                <c:pt idx="66">
                  <c:v>47</c:v>
                </c:pt>
                <c:pt idx="67">
                  <c:v>48</c:v>
                </c:pt>
                <c:pt idx="68">
                  <c:v>49</c:v>
                </c:pt>
                <c:pt idx="69">
                  <c:v>50</c:v>
                </c:pt>
                <c:pt idx="70">
                  <c:v>51</c:v>
                </c:pt>
                <c:pt idx="71">
                  <c:v>52</c:v>
                </c:pt>
                <c:pt idx="72">
                  <c:v>53</c:v>
                </c:pt>
                <c:pt idx="73">
                  <c:v>54</c:v>
                </c:pt>
                <c:pt idx="74">
                  <c:v>55</c:v>
                </c:pt>
                <c:pt idx="75">
                  <c:v>56</c:v>
                </c:pt>
                <c:pt idx="76">
                  <c:v>57</c:v>
                </c:pt>
                <c:pt idx="77">
                  <c:v>47</c:v>
                </c:pt>
                <c:pt idx="78">
                  <c:v>48</c:v>
                </c:pt>
                <c:pt idx="79">
                  <c:v>49</c:v>
                </c:pt>
                <c:pt idx="80">
                  <c:v>50</c:v>
                </c:pt>
                <c:pt idx="81">
                  <c:v>51</c:v>
                </c:pt>
                <c:pt idx="82">
                  <c:v>52</c:v>
                </c:pt>
                <c:pt idx="83">
                  <c:v>53</c:v>
                </c:pt>
                <c:pt idx="84">
                  <c:v>54</c:v>
                </c:pt>
                <c:pt idx="85">
                  <c:v>55</c:v>
                </c:pt>
                <c:pt idx="86">
                  <c:v>56</c:v>
                </c:pt>
                <c:pt idx="87">
                  <c:v>57</c:v>
                </c:pt>
                <c:pt idx="88">
                  <c:v>47</c:v>
                </c:pt>
                <c:pt idx="89">
                  <c:v>48</c:v>
                </c:pt>
                <c:pt idx="90">
                  <c:v>49</c:v>
                </c:pt>
                <c:pt idx="91">
                  <c:v>50</c:v>
                </c:pt>
                <c:pt idx="92">
                  <c:v>51</c:v>
                </c:pt>
                <c:pt idx="93">
                  <c:v>52</c:v>
                </c:pt>
                <c:pt idx="94">
                  <c:v>53</c:v>
                </c:pt>
                <c:pt idx="95">
                  <c:v>54</c:v>
                </c:pt>
                <c:pt idx="96">
                  <c:v>55</c:v>
                </c:pt>
                <c:pt idx="97">
                  <c:v>56</c:v>
                </c:pt>
                <c:pt idx="98">
                  <c:v>57</c:v>
                </c:pt>
                <c:pt idx="99">
                  <c:v>47</c:v>
                </c:pt>
                <c:pt idx="100">
                  <c:v>48</c:v>
                </c:pt>
                <c:pt idx="101">
                  <c:v>49</c:v>
                </c:pt>
                <c:pt idx="102">
                  <c:v>50</c:v>
                </c:pt>
                <c:pt idx="103">
                  <c:v>51</c:v>
                </c:pt>
                <c:pt idx="104">
                  <c:v>52</c:v>
                </c:pt>
                <c:pt idx="105">
                  <c:v>53</c:v>
                </c:pt>
                <c:pt idx="106">
                  <c:v>54</c:v>
                </c:pt>
                <c:pt idx="107">
                  <c:v>55</c:v>
                </c:pt>
                <c:pt idx="108">
                  <c:v>56</c:v>
                </c:pt>
                <c:pt idx="109">
                  <c:v>57</c:v>
                </c:pt>
              </c:numCache>
            </c:numRef>
          </c:xVal>
          <c:yVal>
            <c:numRef>
              <c:f>'Chart Data'!$F$2:$F$111</c:f>
              <c:numCache>
                <c:formatCode>General</c:formatCode>
                <c:ptCount val="110"/>
                <c:pt idx="0">
                  <c:v>11</c:v>
                </c:pt>
                <c:pt idx="1">
                  <c:v>11</c:v>
                </c:pt>
                <c:pt idx="2">
                  <c:v>11</c:v>
                </c:pt>
                <c:pt idx="3">
                  <c:v>11</c:v>
                </c:pt>
                <c:pt idx="4">
                  <c:v>11</c:v>
                </c:pt>
                <c:pt idx="5">
                  <c:v>11</c:v>
                </c:pt>
                <c:pt idx="6">
                  <c:v>11</c:v>
                </c:pt>
                <c:pt idx="7">
                  <c:v>11</c:v>
                </c:pt>
                <c:pt idx="8">
                  <c:v>11</c:v>
                </c:pt>
                <c:pt idx="9">
                  <c:v>11</c:v>
                </c:pt>
                <c:pt idx="10">
                  <c:v>11</c:v>
                </c:pt>
                <c:pt idx="11">
                  <c:v>10</c:v>
                </c:pt>
                <c:pt idx="12">
                  <c:v>10</c:v>
                </c:pt>
                <c:pt idx="13">
                  <c:v>10</c:v>
                </c:pt>
                <c:pt idx="14">
                  <c:v>10</c:v>
                </c:pt>
                <c:pt idx="15">
                  <c:v>10</c:v>
                </c:pt>
                <c:pt idx="16">
                  <c:v>10</c:v>
                </c:pt>
                <c:pt idx="17">
                  <c:v>10</c:v>
                </c:pt>
                <c:pt idx="18">
                  <c:v>10</c:v>
                </c:pt>
                <c:pt idx="19">
                  <c:v>10</c:v>
                </c:pt>
                <c:pt idx="20">
                  <c:v>10</c:v>
                </c:pt>
                <c:pt idx="21">
                  <c:v>10</c:v>
                </c:pt>
                <c:pt idx="22">
                  <c:v>9</c:v>
                </c:pt>
                <c:pt idx="23">
                  <c:v>9</c:v>
                </c:pt>
                <c:pt idx="24">
                  <c:v>9</c:v>
                </c:pt>
                <c:pt idx="25">
                  <c:v>9</c:v>
                </c:pt>
                <c:pt idx="26">
                  <c:v>9</c:v>
                </c:pt>
                <c:pt idx="27">
                  <c:v>9</c:v>
                </c:pt>
                <c:pt idx="28">
                  <c:v>9</c:v>
                </c:pt>
                <c:pt idx="29">
                  <c:v>9</c:v>
                </c:pt>
                <c:pt idx="30">
                  <c:v>9</c:v>
                </c:pt>
                <c:pt idx="31">
                  <c:v>9</c:v>
                </c:pt>
                <c:pt idx="32">
                  <c:v>9</c:v>
                </c:pt>
                <c:pt idx="33">
                  <c:v>8</c:v>
                </c:pt>
                <c:pt idx="34">
                  <c:v>8</c:v>
                </c:pt>
                <c:pt idx="35">
                  <c:v>8</c:v>
                </c:pt>
                <c:pt idx="36">
                  <c:v>8</c:v>
                </c:pt>
                <c:pt idx="37">
                  <c:v>8</c:v>
                </c:pt>
                <c:pt idx="38">
                  <c:v>8</c:v>
                </c:pt>
                <c:pt idx="39">
                  <c:v>8</c:v>
                </c:pt>
                <c:pt idx="40">
                  <c:v>8</c:v>
                </c:pt>
                <c:pt idx="41">
                  <c:v>8</c:v>
                </c:pt>
                <c:pt idx="42">
                  <c:v>8</c:v>
                </c:pt>
                <c:pt idx="43">
                  <c:v>8</c:v>
                </c:pt>
                <c:pt idx="44">
                  <c:v>7</c:v>
                </c:pt>
                <c:pt idx="45">
                  <c:v>7</c:v>
                </c:pt>
                <c:pt idx="46">
                  <c:v>7</c:v>
                </c:pt>
                <c:pt idx="47">
                  <c:v>7</c:v>
                </c:pt>
                <c:pt idx="48">
                  <c:v>7</c:v>
                </c:pt>
                <c:pt idx="49">
                  <c:v>7</c:v>
                </c:pt>
                <c:pt idx="50">
                  <c:v>7</c:v>
                </c:pt>
                <c:pt idx="51">
                  <c:v>7</c:v>
                </c:pt>
                <c:pt idx="52">
                  <c:v>7</c:v>
                </c:pt>
                <c:pt idx="53">
                  <c:v>7</c:v>
                </c:pt>
                <c:pt idx="54">
                  <c:v>7</c:v>
                </c:pt>
                <c:pt idx="55">
                  <c:v>6</c:v>
                </c:pt>
                <c:pt idx="56">
                  <c:v>6</c:v>
                </c:pt>
                <c:pt idx="57">
                  <c:v>6</c:v>
                </c:pt>
                <c:pt idx="58">
                  <c:v>6</c:v>
                </c:pt>
                <c:pt idx="59">
                  <c:v>6</c:v>
                </c:pt>
                <c:pt idx="60">
                  <c:v>6</c:v>
                </c:pt>
                <c:pt idx="61">
                  <c:v>6</c:v>
                </c:pt>
                <c:pt idx="62">
                  <c:v>6</c:v>
                </c:pt>
                <c:pt idx="63">
                  <c:v>6</c:v>
                </c:pt>
                <c:pt idx="64">
                  <c:v>6</c:v>
                </c:pt>
                <c:pt idx="65">
                  <c:v>6</c:v>
                </c:pt>
                <c:pt idx="66">
                  <c:v>5</c:v>
                </c:pt>
                <c:pt idx="67">
                  <c:v>5</c:v>
                </c:pt>
                <c:pt idx="68">
                  <c:v>5</c:v>
                </c:pt>
                <c:pt idx="69">
                  <c:v>5</c:v>
                </c:pt>
                <c:pt idx="70">
                  <c:v>5</c:v>
                </c:pt>
                <c:pt idx="71">
                  <c:v>5</c:v>
                </c:pt>
                <c:pt idx="72">
                  <c:v>5</c:v>
                </c:pt>
                <c:pt idx="73">
                  <c:v>5</c:v>
                </c:pt>
                <c:pt idx="74">
                  <c:v>5</c:v>
                </c:pt>
                <c:pt idx="75">
                  <c:v>5</c:v>
                </c:pt>
                <c:pt idx="76">
                  <c:v>5</c:v>
                </c:pt>
                <c:pt idx="77">
                  <c:v>4</c:v>
                </c:pt>
                <c:pt idx="78">
                  <c:v>4</c:v>
                </c:pt>
                <c:pt idx="79">
                  <c:v>4</c:v>
                </c:pt>
                <c:pt idx="80">
                  <c:v>4</c:v>
                </c:pt>
                <c:pt idx="81">
                  <c:v>4</c:v>
                </c:pt>
                <c:pt idx="82">
                  <c:v>4</c:v>
                </c:pt>
                <c:pt idx="83">
                  <c:v>4</c:v>
                </c:pt>
                <c:pt idx="84">
                  <c:v>4</c:v>
                </c:pt>
                <c:pt idx="85">
                  <c:v>4</c:v>
                </c:pt>
                <c:pt idx="86">
                  <c:v>4</c:v>
                </c:pt>
                <c:pt idx="87">
                  <c:v>4</c:v>
                </c:pt>
                <c:pt idx="88">
                  <c:v>3</c:v>
                </c:pt>
                <c:pt idx="89">
                  <c:v>3</c:v>
                </c:pt>
                <c:pt idx="90">
                  <c:v>3</c:v>
                </c:pt>
                <c:pt idx="91">
                  <c:v>3</c:v>
                </c:pt>
                <c:pt idx="92">
                  <c:v>3</c:v>
                </c:pt>
                <c:pt idx="93">
                  <c:v>3</c:v>
                </c:pt>
                <c:pt idx="94">
                  <c:v>3</c:v>
                </c:pt>
                <c:pt idx="95">
                  <c:v>3</c:v>
                </c:pt>
                <c:pt idx="96">
                  <c:v>3</c:v>
                </c:pt>
                <c:pt idx="97">
                  <c:v>3</c:v>
                </c:pt>
                <c:pt idx="98">
                  <c:v>3</c:v>
                </c:pt>
                <c:pt idx="99">
                  <c:v>2</c:v>
                </c:pt>
                <c:pt idx="100">
                  <c:v>2</c:v>
                </c:pt>
                <c:pt idx="101">
                  <c:v>2</c:v>
                </c:pt>
                <c:pt idx="102">
                  <c:v>2</c:v>
                </c:pt>
                <c:pt idx="103">
                  <c:v>2</c:v>
                </c:pt>
                <c:pt idx="104">
                  <c:v>2</c:v>
                </c:pt>
                <c:pt idx="105">
                  <c:v>2</c:v>
                </c:pt>
                <c:pt idx="106">
                  <c:v>2</c:v>
                </c:pt>
                <c:pt idx="107">
                  <c:v>2</c:v>
                </c:pt>
                <c:pt idx="108">
                  <c:v>2</c:v>
                </c:pt>
                <c:pt idx="109">
                  <c:v>2</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14"/>
          <c:min val="-2"/>
        </c:scaling>
        <c:delete val="0"/>
        <c:axPos val="l"/>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valAx>
      <c:valAx>
        <c:axId val="48650112"/>
        <c:scaling>
          <c:orientation val="minMax"/>
          <c:max val="59"/>
          <c:min val="-1"/>
        </c:scaling>
        <c:delete val="0"/>
        <c:axPos val="b"/>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
            <a:extLst xmlns:a="http://schemas.openxmlformats.org/drawingml/2006/main">
              <a:ext uri="{FF2B5EF4-FFF2-40B4-BE49-F238E27FC236}">
                <a16:creationId xmlns:a16="http://schemas.microsoft.com/office/drawing/2014/main" id="{C73048A2-8DF2-4E3C-AB83-C3FD4B1DA6D0}"/>
              </a:ext>
            </a:extLst>
          </p:cNvPr>
          <p:cNvSpPr>
            <a:spLocks xmlns:a="http://schemas.openxmlformats.org/drawingml/2006/main" noGrp="1"/>
          </p:cNvSpPr>
          <p:nvPr/>
        </p:nvSpPr>
        <p:spPr>
          <a:xfrm xmlns:a="http://schemas.openxmlformats.org/drawingml/2006/main">
            <a:off x="609600" y="3429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950" b="1">
                <a:solidFill>
                  <a:srgbClr val="155DE9"/>
                </a:solidFill>
                <a:latin typeface="Helvetica Neue"/>
                <a:ea typeface="Helvetica Neue"/>
                <a:cs typeface="Helvetica Neue"/>
              </a:defRPr>
            </a:pPr>
            <a:r>
              <a:rPr sz="1950" b="1">
                <a:solidFill>
                  <a:srgbClr val="155DE9"/>
                </a:solidFill>
                <a:latin typeface="Helvetica Neue"/>
                <a:ea typeface="Helvetica Neue"/>
                <a:cs typeface="Helvetica Neue"/>
              </a:rPr>
              <a:t>LawDiff</a:t>
            </a:r>
          </a:p>
        </p:txBody>
      </p:sp>
      <p:sp>
        <p:nvSpPr>
          <p:cNvPr id="2" name="text">
            <a:extLst xmlns:a="http://schemas.openxmlformats.org/drawingml/2006/main">
              <a:ext uri="{FF2B5EF4-FFF2-40B4-BE49-F238E27FC236}">
                <a16:creationId xmlns:a16="http://schemas.microsoft.com/office/drawing/2014/main" id="{4C4397C6-2B1A-46E2-9322-70DFA35208FC}"/>
              </a:ext>
            </a:extLst>
          </p:cNvPr>
          <p:cNvSpPr>
            <a:spLocks xmlns:a="http://schemas.openxmlformats.org/drawingml/2006/main" noGrp="1"/>
          </p:cNvSpPr>
          <p:nvPr/>
        </p:nvSpPr>
        <p:spPr>
          <a:xfrm xmlns:a="http://schemas.openxmlformats.org/drawingml/2006/main">
            <a:off x="7772400" y="361950"/>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275" b="0">
                <a:solidFill>
                  <a:srgbClr val="657080"/>
                </a:solidFill>
                <a:latin typeface="Helvetica Neue"/>
                <a:ea typeface="Helvetica Neue"/>
                <a:cs typeface="Helvetica Neue"/>
              </a:defRPr>
            </a:pPr>
            <a:r>
              <a:rPr sz="1275" b="0">
                <a:solidFill>
                  <a:srgbClr val="657080"/>
                </a:solidFill>
                <a:latin typeface="Helvetica Neue"/>
                <a:ea typeface="Helvetica Neue"/>
                <a:cs typeface="Helvetica Neue"/>
              </a:rPr>
              <a:t>Yannik Trinn  /  RealPage</a:t>
            </a:r>
          </a:p>
        </p:txBody>
      </p:sp>
      <p:sp>
        <p:nvSpPr>
          <p:cNvPr id="3" name="text">
            <a:extLst xmlns:a="http://schemas.openxmlformats.org/drawingml/2006/main">
              <a:ext uri="{FF2B5EF4-FFF2-40B4-BE49-F238E27FC236}">
                <a16:creationId xmlns:a16="http://schemas.microsoft.com/office/drawing/2014/main" id="{AC472C79-4A6E-4500-BC6B-C4F497A1CEC6}"/>
              </a:ext>
            </a:extLst>
          </p:cNvPr>
          <p:cNvSpPr>
            <a:spLocks xmlns:a="http://schemas.openxmlformats.org/drawingml/2006/main" noGrp="1"/>
          </p:cNvSpPr>
          <p:nvPr/>
        </p:nvSpPr>
        <p:spPr>
          <a:xfrm xmlns:a="http://schemas.openxmlformats.org/drawingml/2006/main">
            <a:off x="11144250" y="6315075"/>
            <a:ext cx="43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57080"/>
                </a:solidFill>
                <a:latin typeface="Helvetica Neue"/>
                <a:ea typeface="Helvetica Neue"/>
                <a:cs typeface="Helvetica Neue"/>
              </a:defRPr>
            </a:pPr>
            <a:r>
              <a:rPr sz="1050" b="0">
                <a:solidFill>
                  <a:srgbClr val="657080"/>
                </a:solidFill>
                <a:latin typeface="Helvetica Neue"/>
                <a:ea typeface="Helvetica Neue"/>
                <a:cs typeface="Helvetica Neue"/>
              </a:rPr>
              <a:t>01</a:t>
            </a:r>
          </a:p>
        </p:txBody>
      </p:sp>
      <p:sp>
        <p:nvSpPr>
          <p:cNvPr id="4" name="main-title">
            <a:extLst xmlns:a="http://schemas.openxmlformats.org/drawingml/2006/main">
              <a:ext uri="{FF2B5EF4-FFF2-40B4-BE49-F238E27FC236}">
                <a16:creationId xmlns:a16="http://schemas.microsoft.com/office/drawing/2014/main" id="{5315D7EA-D901-445A-A2A4-3D7997A3F934}"/>
              </a:ext>
            </a:extLst>
          </p:cNvPr>
          <p:cNvSpPr>
            <a:spLocks xmlns:a="http://schemas.openxmlformats.org/drawingml/2006/main" noGrp="1"/>
          </p:cNvSpPr>
          <p:nvPr/>
        </p:nvSpPr>
        <p:spPr>
          <a:xfrm xmlns:a="http://schemas.openxmlformats.org/drawingml/2006/main">
            <a:off x="609600" y="962025"/>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4650" b="1">
                <a:solidFill>
                  <a:srgbClr val="17191D"/>
                </a:solidFill>
                <a:latin typeface="Helvetica Neue"/>
                <a:ea typeface="Helvetica Neue"/>
                <a:cs typeface="Helvetica Neue"/>
              </a:defRPr>
            </a:pPr>
            <a:r>
              <a:rPr sz="4650" b="1">
                <a:solidFill>
                  <a:srgbClr val="17191D"/>
                </a:solidFill>
                <a:latin typeface="Helvetica Neue"/>
                <a:ea typeface="Helvetica Neue"/>
                <a:cs typeface="Helvetica Neue"/>
              </a:rPr>
              <a:t>One law changes.</a:t>
            </a:r>
          </a:p>
          <a:p xmlns:a="http://schemas.openxmlformats.org/drawingml/2006/main">
            <a:pPr algn="l">
              <a:defRPr sz="4650" b="1">
                <a:solidFill>
                  <a:srgbClr val="17191D"/>
                </a:solidFill>
                <a:latin typeface="Helvetica Neue"/>
                <a:ea typeface="Helvetica Neue"/>
                <a:cs typeface="Helvetica Neue"/>
              </a:defRPr>
            </a:pPr>
            <a:r>
              <a:rPr sz="4650" b="1">
                <a:solidFill>
                  <a:srgbClr val="17191D"/>
                </a:solidFill>
                <a:latin typeface="Helvetica Neue"/>
                <a:ea typeface="Helvetica Neue"/>
                <a:cs typeface="Helvetica Neue"/>
              </a:rPr>
              <a:t>What needs review?</a:t>
            </a:r>
          </a:p>
        </p:txBody>
      </p:sp>
      <p:sp>
        <p:nvSpPr>
          <p:cNvPr id="5" name="text">
            <a:extLst xmlns:a="http://schemas.openxmlformats.org/drawingml/2006/main">
              <a:ext uri="{FF2B5EF4-FFF2-40B4-BE49-F238E27FC236}">
                <a16:creationId xmlns:a16="http://schemas.microsoft.com/office/drawing/2014/main" id="{ED1BC634-6850-45AE-9F61-6EB8938C1B9E}"/>
              </a:ext>
            </a:extLst>
          </p:cNvPr>
          <p:cNvSpPr>
            <a:spLocks xmlns:a="http://schemas.openxmlformats.org/drawingml/2006/main" noGrp="1"/>
          </p:cNvSpPr>
          <p:nvPr/>
        </p:nvSpPr>
        <p:spPr>
          <a:xfrm xmlns:a="http://schemas.openxmlformats.org/drawingml/2006/main">
            <a:off x="8734425" y="2657475"/>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1">
                <a:solidFill>
                  <a:srgbClr val="155DE9"/>
                </a:solidFill>
                <a:latin typeface="Helvetica Neue"/>
                <a:ea typeface="Helvetica Neue"/>
                <a:cs typeface="Helvetica Neue"/>
              </a:defRPr>
            </a:pPr>
            <a:r>
              <a:rPr sz="1275" b="1">
                <a:solidFill>
                  <a:srgbClr val="155DE9"/>
                </a:solidFill>
                <a:latin typeface="Helvetica Neue"/>
                <a:ea typeface="Helvetica Neue"/>
                <a:cs typeface="Helvetica Neue"/>
              </a:rPr>
              <a:t>NEW JERSEY FAIR ACT</a:t>
            </a:r>
          </a:p>
        </p:txBody>
      </p:sp>
      <p:sp>
        <p:nvSpPr>
          <p:cNvPr id="6" name="text">
            <a:extLst xmlns:a="http://schemas.openxmlformats.org/drawingml/2006/main">
              <a:ext uri="{FF2B5EF4-FFF2-40B4-BE49-F238E27FC236}">
                <a16:creationId xmlns:a16="http://schemas.microsoft.com/office/drawing/2014/main" id="{00D11EDA-9D22-4DC7-871F-FC6CA8246E56}"/>
              </a:ext>
            </a:extLst>
          </p:cNvPr>
          <p:cNvSpPr>
            <a:spLocks xmlns:a="http://schemas.openxmlformats.org/drawingml/2006/main" noGrp="1"/>
          </p:cNvSpPr>
          <p:nvPr/>
        </p:nvSpPr>
        <p:spPr>
          <a:xfrm xmlns:a="http://schemas.openxmlformats.org/drawingml/2006/main">
            <a:off x="8658225" y="3000375"/>
            <a:ext cx="29241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7650" b="1">
                <a:solidFill>
                  <a:srgbClr val="A87512"/>
                </a:solidFill>
                <a:latin typeface="Helvetica Neue"/>
                <a:ea typeface="Helvetica Neue"/>
                <a:cs typeface="Helvetica Neue"/>
              </a:defRPr>
            </a:pPr>
            <a:r>
              <a:rPr sz="7650" b="1">
                <a:solidFill>
                  <a:srgbClr val="A87512"/>
                </a:solidFill>
                <a:latin typeface="Helvetica Neue"/>
                <a:ea typeface="Helvetica Neue"/>
                <a:cs typeface="Helvetica Neue"/>
              </a:rPr>
              <a:t>140</a:t>
            </a:r>
          </a:p>
        </p:txBody>
      </p:sp>
      <p:sp>
        <p:nvSpPr>
          <p:cNvPr id="7" name="text">
            <a:extLst xmlns:a="http://schemas.openxmlformats.org/drawingml/2006/main">
              <a:ext uri="{FF2B5EF4-FFF2-40B4-BE49-F238E27FC236}">
                <a16:creationId xmlns:a16="http://schemas.microsoft.com/office/drawing/2014/main" id="{05FD45C5-1E73-41E6-8218-716D881D5B33}"/>
              </a:ext>
            </a:extLst>
          </p:cNvPr>
          <p:cNvSpPr>
            <a:spLocks xmlns:a="http://schemas.openxmlformats.org/drawingml/2006/main" noGrp="1"/>
          </p:cNvSpPr>
          <p:nvPr/>
        </p:nvSpPr>
        <p:spPr>
          <a:xfrm xmlns:a="http://schemas.openxmlformats.org/drawingml/2006/main">
            <a:off x="8743950" y="4124325"/>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950" b="0">
                <a:solidFill>
                  <a:srgbClr val="17191D"/>
                </a:solidFill>
                <a:latin typeface="Helvetica Neue"/>
                <a:ea typeface="Helvetica Neue"/>
                <a:cs typeface="Helvetica Neue"/>
              </a:defRPr>
            </a:pPr>
            <a:r>
              <a:rPr sz="1950" b="0">
                <a:solidFill>
                  <a:srgbClr val="17191D"/>
                </a:solidFill>
                <a:latin typeface="Helvetica Neue"/>
                <a:ea typeface="Helvetica Neue"/>
                <a:cs typeface="Helvetica Neue"/>
              </a:rPr>
              <a:t>addresses needing</a:t>
            </a:r>
          </a:p>
          <a:p xmlns:a="http://schemas.openxmlformats.org/drawingml/2006/main">
            <a:pPr algn="l">
              <a:defRPr sz="1950" b="0">
                <a:solidFill>
                  <a:srgbClr val="17191D"/>
                </a:solidFill>
                <a:latin typeface="Helvetica Neue"/>
                <a:ea typeface="Helvetica Neue"/>
                <a:cs typeface="Helvetica Neue"/>
              </a:defRPr>
            </a:pPr>
            <a:r>
              <a:rPr sz="1950" b="0">
                <a:solidFill>
                  <a:srgbClr val="17191D"/>
                </a:solidFill>
                <a:latin typeface="Helvetica Neue"/>
                <a:ea typeface="Helvetica Neue"/>
                <a:cs typeface="Helvetica Neue"/>
              </a:rPr>
              <a:t>scope evidence</a:t>
            </a:r>
          </a:p>
        </p:txBody>
      </p:sp>
      <p:sp>
        <p:nvSpPr>
          <p:cNvPr id="8" name="text">
            <a:extLst xmlns:a="http://schemas.openxmlformats.org/drawingml/2006/main">
              <a:ext uri="{FF2B5EF4-FFF2-40B4-BE49-F238E27FC236}">
                <a16:creationId xmlns:a16="http://schemas.microsoft.com/office/drawing/2014/main" id="{79DF8DF4-EA77-4C4B-8AEE-A0B4885580E2}"/>
              </a:ext>
            </a:extLst>
          </p:cNvPr>
          <p:cNvSpPr>
            <a:spLocks xmlns:a="http://schemas.openxmlformats.org/drawingml/2006/main" noGrp="1"/>
          </p:cNvSpPr>
          <p:nvPr/>
        </p:nvSpPr>
        <p:spPr>
          <a:xfrm xmlns:a="http://schemas.openxmlformats.org/drawingml/2006/main">
            <a:off x="8743950" y="4933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657080"/>
                </a:solidFill>
                <a:latin typeface="Helvetica Neue"/>
                <a:ea typeface="Helvetica Neue"/>
                <a:cs typeface="Helvetica Neue"/>
              </a:defRPr>
            </a:pPr>
            <a:r>
              <a:rPr sz="1425" b="0">
                <a:solidFill>
                  <a:srgbClr val="657080"/>
                </a:solidFill>
                <a:latin typeface="Helvetica Neue"/>
                <a:ea typeface="Helvetica Neue"/>
                <a:cs typeface="Helvetica Neue"/>
              </a:rPr>
              <a:t>Effective July 1, 2027</a:t>
            </a:r>
          </a:p>
        </p:txBody>
      </p:sp>
      <p:graphicFrame>
        <p:nvGraphicFramePr>
          <p:cNvPr id="28" name="Chart"/>
          <p:cNvGraphicFramePr/>
          <p:nvPr/>
        </p:nvGraphicFramePr>
        <p:xfrm>
          <a:off xmlns:a="http://schemas.openxmlformats.org/drawingml/2006/main" x="514350" y="2571750"/>
          <a:ext xmlns:a="http://schemas.openxmlformats.org/drawingml/2006/main" cx="7715250" cy="2333625"/>
        </p:xfrm>
        <a:graphic xmlns:a="http://schemas.openxmlformats.org/drawingml/2006/main">
          <a:graphicData uri="http://schemas.openxmlformats.org/drawingml/2006/chart">
            <c:chart xmlns:r="http://schemas.openxmlformats.org/officeDocument/2006/relationships" xmlns:c="http://schemas.openxmlformats.org/drawingml/2006/chart" r:id="Rb318a5308283490d"/>
          </a:graphicData>
        </a:graphic>
      </p:graphicFrame>
      <p:sp>
        <p:nvSpPr>
          <p:cNvPr id="10" name="text">
            <a:extLst xmlns:a="http://schemas.openxmlformats.org/drawingml/2006/main">
              <a:ext uri="{FF2B5EF4-FFF2-40B4-BE49-F238E27FC236}">
                <a16:creationId xmlns:a16="http://schemas.microsoft.com/office/drawing/2014/main" id="{282228DD-3BF3-42AB-A1E7-CFBE4B051360}"/>
              </a:ext>
            </a:extLst>
          </p:cNvPr>
          <p:cNvSpPr>
            <a:spLocks xmlns:a="http://schemas.openxmlformats.org/drawingml/2006/main" noGrp="1"/>
          </p:cNvSpPr>
          <p:nvPr/>
        </p:nvSpPr>
        <p:spPr>
          <a:xfrm xmlns:a="http://schemas.openxmlformats.org/drawingml/2006/main">
            <a:off x="695325" y="49720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657080"/>
                </a:solidFill>
                <a:latin typeface="Helvetica Neue"/>
                <a:ea typeface="Helvetica Neue"/>
                <a:cs typeface="Helvetica Neue"/>
              </a:defRPr>
            </a:pPr>
            <a:r>
              <a:rPr sz="1500" b="0">
                <a:solidFill>
                  <a:srgbClr val="657080"/>
                </a:solidFill>
                <a:latin typeface="Helvetica Neue"/>
                <a:ea typeface="Helvetica Neue"/>
                <a:cs typeface="Helvetica Neue"/>
              </a:rPr>
              <a:t>California  250</a:t>
            </a:r>
          </a:p>
        </p:txBody>
      </p:sp>
      <p:sp>
        <p:nvSpPr>
          <p:cNvPr id="11" name="text">
            <a:extLst xmlns:a="http://schemas.openxmlformats.org/drawingml/2006/main">
              <a:ext uri="{FF2B5EF4-FFF2-40B4-BE49-F238E27FC236}">
                <a16:creationId xmlns:a16="http://schemas.microsoft.com/office/drawing/2014/main" id="{556F10DC-C831-4FD2-849B-A76DD9093C68}"/>
              </a:ext>
            </a:extLst>
          </p:cNvPr>
          <p:cNvSpPr>
            <a:spLocks xmlns:a="http://schemas.openxmlformats.org/drawingml/2006/main" noGrp="1"/>
          </p:cNvSpPr>
          <p:nvPr/>
        </p:nvSpPr>
        <p:spPr>
          <a:xfrm xmlns:a="http://schemas.openxmlformats.org/drawingml/2006/main">
            <a:off x="4305300" y="497205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A87512"/>
                </a:solidFill>
                <a:latin typeface="Helvetica Neue"/>
                <a:ea typeface="Helvetica Neue"/>
                <a:cs typeface="Helvetica Neue"/>
              </a:defRPr>
            </a:pPr>
            <a:r>
              <a:rPr sz="1500" b="1">
                <a:solidFill>
                  <a:srgbClr val="A87512"/>
                </a:solidFill>
                <a:latin typeface="Helvetica Neue"/>
                <a:ea typeface="Helvetica Neue"/>
                <a:cs typeface="Helvetica Neue"/>
              </a:rPr>
              <a:t>New Jersey  140</a:t>
            </a:r>
          </a:p>
        </p:txBody>
      </p:sp>
      <p:sp>
        <p:nvSpPr>
          <p:cNvPr id="12" name="text">
            <a:extLst xmlns:a="http://schemas.openxmlformats.org/drawingml/2006/main">
              <a:ext uri="{FF2B5EF4-FFF2-40B4-BE49-F238E27FC236}">
                <a16:creationId xmlns:a16="http://schemas.microsoft.com/office/drawing/2014/main" id="{5E39CE0B-CD41-44EC-86C6-EFE9DE4BBE23}"/>
              </a:ext>
            </a:extLst>
          </p:cNvPr>
          <p:cNvSpPr>
            <a:spLocks xmlns:a="http://schemas.openxmlformats.org/drawingml/2006/main" noGrp="1"/>
          </p:cNvSpPr>
          <p:nvPr/>
        </p:nvSpPr>
        <p:spPr>
          <a:xfrm xmlns:a="http://schemas.openxmlformats.org/drawingml/2006/main">
            <a:off x="6429375" y="4972050"/>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657080"/>
                </a:solidFill>
                <a:latin typeface="Helvetica Neue"/>
                <a:ea typeface="Helvetica Neue"/>
                <a:cs typeface="Helvetica Neue"/>
              </a:defRPr>
            </a:pPr>
            <a:r>
              <a:rPr sz="1500" b="0">
                <a:solidFill>
                  <a:srgbClr val="657080"/>
                </a:solidFill>
                <a:latin typeface="Helvetica Neue"/>
                <a:ea typeface="Helvetica Neue"/>
                <a:cs typeface="Helvetica Neue"/>
              </a:rPr>
              <a:t>Massachusetts  110</a:t>
            </a:r>
          </a:p>
        </p:txBody>
      </p:sp>
      <p:sp>
        <p:nvSpPr>
          <p:cNvPr id="13" name="text">
            <a:extLst xmlns:a="http://schemas.openxmlformats.org/drawingml/2006/main">
              <a:ext uri="{FF2B5EF4-FFF2-40B4-BE49-F238E27FC236}">
                <a16:creationId xmlns:a16="http://schemas.microsoft.com/office/drawing/2014/main" id="{EB924975-2BAA-4E8A-8B7D-07BF28F3D790}"/>
              </a:ext>
            </a:extLst>
          </p:cNvPr>
          <p:cNvSpPr>
            <a:spLocks xmlns:a="http://schemas.openxmlformats.org/drawingml/2006/main" noGrp="1"/>
          </p:cNvSpPr>
          <p:nvPr/>
        </p:nvSpPr>
        <p:spPr>
          <a:xfrm xmlns:a="http://schemas.openxmlformats.org/drawingml/2006/main">
            <a:off x="609600" y="5391150"/>
            <a:ext cx="7620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657080"/>
                </a:solidFill>
                <a:latin typeface="Helvetica Neue"/>
                <a:ea typeface="Helvetica Neue"/>
                <a:cs typeface="Helvetica Neue"/>
              </a:defRPr>
            </a:pPr>
            <a:r>
              <a:rPr sz="1275" b="0">
                <a:solidFill>
                  <a:srgbClr val="657080"/>
                </a:solidFill>
                <a:latin typeface="Helvetica Neue"/>
                <a:ea typeface="Helvetica Neue"/>
                <a:cs typeface="Helvetica Neue"/>
              </a:rPr>
              <a:t>Illustration of supplied sample; July 2, 2027</a:t>
            </a:r>
          </a:p>
        </p:txBody>
      </p:sp>
      <p:sp>
        <p:nvSpPr>
          <p:cNvPr id="14" name="text">
            <a:extLst xmlns:a="http://schemas.openxmlformats.org/drawingml/2006/main">
              <a:ext uri="{FF2B5EF4-FFF2-40B4-BE49-F238E27FC236}">
                <a16:creationId xmlns:a16="http://schemas.microsoft.com/office/drawing/2014/main" id="{8E366DE3-5DC6-4B4F-A140-C9C9298B27EA}"/>
              </a:ext>
            </a:extLst>
          </p:cNvPr>
          <p:cNvSpPr>
            <a:spLocks xmlns:a="http://schemas.openxmlformats.org/drawingml/2006/main" noGrp="1"/>
          </p:cNvSpPr>
          <p:nvPr/>
        </p:nvSpPr>
        <p:spPr>
          <a:xfrm xmlns:a="http://schemas.openxmlformats.org/drawingml/2006/main">
            <a:off x="609600" y="5838825"/>
            <a:ext cx="1600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1">
                <a:solidFill>
                  <a:srgbClr val="17191D"/>
                </a:solidFill>
                <a:latin typeface="Helvetica Neue"/>
                <a:ea typeface="Helvetica Neue"/>
                <a:cs typeface="Helvetica Neue"/>
              </a:defRPr>
            </a:pPr>
            <a:r>
              <a:rPr sz="1725" b="1">
                <a:solidFill>
                  <a:srgbClr val="17191D"/>
                </a:solidFill>
                <a:latin typeface="Helvetica Neue"/>
                <a:ea typeface="Helvetica Neue"/>
                <a:cs typeface="Helvetica Neue"/>
              </a:rPr>
              <a:t>Rule</a:t>
            </a:r>
          </a:p>
        </p:txBody>
      </p:sp>
      <p:sp>
        <p:nvSpPr>
          <p:cNvPr id="15" name="text">
            <a:extLst xmlns:a="http://schemas.openxmlformats.org/drawingml/2006/main">
              <a:ext uri="{FF2B5EF4-FFF2-40B4-BE49-F238E27FC236}">
                <a16:creationId xmlns:a16="http://schemas.microsoft.com/office/drawing/2014/main" id="{2A23A450-3E14-47E4-8191-C9656625BBF3}"/>
              </a:ext>
            </a:extLst>
          </p:cNvPr>
          <p:cNvSpPr>
            <a:spLocks xmlns:a="http://schemas.openxmlformats.org/drawingml/2006/main" noGrp="1"/>
          </p:cNvSpPr>
          <p:nvPr/>
        </p:nvSpPr>
        <p:spPr>
          <a:xfrm xmlns:a="http://schemas.openxmlformats.org/drawingml/2006/main">
            <a:off x="3057525" y="5838825"/>
            <a:ext cx="1600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1">
                <a:solidFill>
                  <a:srgbClr val="17191D"/>
                </a:solidFill>
                <a:latin typeface="Helvetica Neue"/>
                <a:ea typeface="Helvetica Neue"/>
                <a:cs typeface="Helvetica Neue"/>
              </a:defRPr>
            </a:pPr>
            <a:r>
              <a:rPr sz="1725" b="1">
                <a:solidFill>
                  <a:srgbClr val="17191D"/>
                </a:solidFill>
                <a:latin typeface="Helvetica Neue"/>
                <a:ea typeface="Helvetica Neue"/>
                <a:cs typeface="Helvetica Neue"/>
              </a:rPr>
              <a:t>Address</a:t>
            </a:r>
          </a:p>
        </p:txBody>
      </p:sp>
      <p:sp>
        <p:nvSpPr>
          <p:cNvPr id="16" name="text">
            <a:extLst xmlns:a="http://schemas.openxmlformats.org/drawingml/2006/main">
              <a:ext uri="{FF2B5EF4-FFF2-40B4-BE49-F238E27FC236}">
                <a16:creationId xmlns:a16="http://schemas.microsoft.com/office/drawing/2014/main" id="{F483628F-91C7-4142-8764-8E58420CB0A0}"/>
              </a:ext>
            </a:extLst>
          </p:cNvPr>
          <p:cNvSpPr>
            <a:spLocks xmlns:a="http://schemas.openxmlformats.org/drawingml/2006/main" noGrp="1"/>
          </p:cNvSpPr>
          <p:nvPr/>
        </p:nvSpPr>
        <p:spPr>
          <a:xfrm xmlns:a="http://schemas.openxmlformats.org/drawingml/2006/main">
            <a:off x="5895975" y="5838825"/>
            <a:ext cx="1600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1">
                <a:solidFill>
                  <a:srgbClr val="17191D"/>
                </a:solidFill>
                <a:latin typeface="Helvetica Neue"/>
                <a:ea typeface="Helvetica Neue"/>
                <a:cs typeface="Helvetica Neue"/>
              </a:defRPr>
            </a:pPr>
            <a:r>
              <a:rPr sz="1725" b="1">
                <a:solidFill>
                  <a:srgbClr val="17191D"/>
                </a:solidFill>
                <a:latin typeface="Helvetica Neue"/>
                <a:ea typeface="Helvetica Neue"/>
                <a:cs typeface="Helvetica Neue"/>
              </a:rPr>
              <a:t>Source</a:t>
            </a:r>
          </a:p>
        </p:txBody>
      </p:sp>
      <p:cxnSp>
        <p:nvCxnSpPr>
          <p:cNvPr id="36" name=""/>
          <p:cNvCxnSpPr>
            <a:stCxn xmlns:a="http://schemas.openxmlformats.org/drawingml/2006/main" id="14" idx="3"/>
            <a:endCxn xmlns:a="http://schemas.openxmlformats.org/drawingml/2006/main" id="15" idx="1"/>
          </p:cNvCxnSpPr>
          <p:nvPr/>
        </p:nvCxnSpPr>
        <p:spPr>
          <a:xfrm xmlns:a="http://schemas.openxmlformats.org/drawingml/2006/main">
            <a:off x="2209800" y="5995988"/>
            <a:ext cx="847725" cy="0"/>
          </a:xfrm>
          <a:prstGeom xmlns:a="http://schemas.openxmlformats.org/drawingml/2006/main" prst="straightConnector1">
            <a:avLst/>
          </a:prstGeom>
          <a:ln xmlns:a="http://schemas.openxmlformats.org/drawingml/2006/main" w="14288">
            <a:solidFill>
              <a:srgbClr val="BDC5D0"/>
            </a:solidFill>
            <a:tailEnd type="triangle" w="sm" len="sm"/>
          </a:ln>
        </p:spPr>
      </p:cxnSp>
      <p:cxnSp>
        <p:nvCxnSpPr>
          <p:cNvPr id="37" name=""/>
          <p:cNvCxnSpPr>
            <a:stCxn xmlns:a="http://schemas.openxmlformats.org/drawingml/2006/main" id="15" idx="3"/>
            <a:endCxn xmlns:a="http://schemas.openxmlformats.org/drawingml/2006/main" id="16" idx="1"/>
          </p:cNvCxnSpPr>
          <p:nvPr/>
        </p:nvCxnSpPr>
        <p:spPr>
          <a:xfrm xmlns:a="http://schemas.openxmlformats.org/drawingml/2006/main">
            <a:off x="4657725" y="5995988"/>
            <a:ext cx="1238250" cy="0"/>
          </a:xfrm>
          <a:prstGeom xmlns:a="http://schemas.openxmlformats.org/drawingml/2006/main" prst="straightConnector1">
            <a:avLst/>
          </a:prstGeom>
          <a:ln xmlns:a="http://schemas.openxmlformats.org/drawingml/2006/main" w="14288">
            <a:solidFill>
              <a:srgbClr val="BDC5D0"/>
            </a:solidFill>
            <a:tailEnd type="triangle" w="sm" len="sm"/>
          </a:ln>
        </p:spPr>
      </p:cxnSp>
      <p:sp>
        <p:nvSpPr>
          <p:cNvPr id="19" name="text">
            <a:extLst xmlns:a="http://schemas.openxmlformats.org/drawingml/2006/main">
              <a:ext uri="{FF2B5EF4-FFF2-40B4-BE49-F238E27FC236}">
                <a16:creationId xmlns:a16="http://schemas.microsoft.com/office/drawing/2014/main" id="{EFAAA08A-8919-4E9F-A23F-131D3964220A}"/>
              </a:ext>
            </a:extLst>
          </p:cNvPr>
          <p:cNvSpPr>
            <a:spLocks xmlns:a="http://schemas.openxmlformats.org/drawingml/2006/main" noGrp="1"/>
          </p:cNvSpPr>
          <p:nvPr/>
        </p:nvSpPr>
        <p:spPr>
          <a:xfrm xmlns:a="http://schemas.openxmlformats.org/drawingml/2006/main">
            <a:off x="609600" y="6343650"/>
            <a:ext cx="1038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57080"/>
                </a:solidFill>
                <a:latin typeface="Helvetica Neue"/>
                <a:ea typeface="Helvetica Neue"/>
                <a:cs typeface="Helvetica Neue"/>
              </a:defRPr>
            </a:pPr>
            <a:r>
              <a:rPr sz="1050" b="0">
                <a:solidFill>
                  <a:srgbClr val="657080"/>
                </a:solidFill>
                <a:latin typeface="Helvetica Neue"/>
                <a:ea typeface="Helvetica Neue"/>
                <a:cs typeface="Helvetica Neue"/>
              </a:rPr>
              <a:t>Source: supplied sample and NJ P.L.2026, c.43. Research prototype. Not legal advice.</a:t>
            </a:r>
          </a:p>
        </p:txBody>
      </p:sp>
    </p:spTree>
    <p:extLst>
      <p:ext uri="{BB962C8B-B14F-4D97-AF65-F5344CB8AC3E}">
        <p14:creationId xmlns:p14="http://schemas.microsoft.com/office/powerpoint/2010/main" val="35613948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text">
            <a:extLst xmlns:a="http://schemas.openxmlformats.org/drawingml/2006/main">
              <a:ext uri="{FF2B5EF4-FFF2-40B4-BE49-F238E27FC236}">
                <a16:creationId xmlns:a16="http://schemas.microsoft.com/office/drawing/2014/main" id="{EF7CACAB-6946-45F9-A656-6FA144EB16C8}"/>
              </a:ext>
            </a:extLst>
          </p:cNvPr>
          <p:cNvSpPr>
            <a:spLocks xmlns:a="http://schemas.openxmlformats.org/drawingml/2006/main" noGrp="1"/>
          </p:cNvSpPr>
          <p:nvPr/>
        </p:nvSpPr>
        <p:spPr>
          <a:xfrm xmlns:a="http://schemas.openxmlformats.org/drawingml/2006/main">
            <a:off x="609600" y="3429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950" b="1">
                <a:solidFill>
                  <a:srgbClr val="155DE9"/>
                </a:solidFill>
                <a:latin typeface="Helvetica Neue"/>
                <a:ea typeface="Helvetica Neue"/>
                <a:cs typeface="Helvetica Neue"/>
              </a:defRPr>
            </a:pPr>
            <a:r>
              <a:rPr sz="1950" b="1">
                <a:solidFill>
                  <a:srgbClr val="155DE9"/>
                </a:solidFill>
                <a:latin typeface="Helvetica Neue"/>
                <a:ea typeface="Helvetica Neue"/>
                <a:cs typeface="Helvetica Neue"/>
              </a:rPr>
              <a:t>LawDiff</a:t>
            </a:r>
          </a:p>
        </p:txBody>
      </p:sp>
      <p:sp>
        <p:nvSpPr>
          <p:cNvPr id="2" name="text">
            <a:extLst xmlns:a="http://schemas.openxmlformats.org/drawingml/2006/main">
              <a:ext uri="{FF2B5EF4-FFF2-40B4-BE49-F238E27FC236}">
                <a16:creationId xmlns:a16="http://schemas.microsoft.com/office/drawing/2014/main" id="{0ECF3D50-F7B5-4849-9BEA-FD65F103349A}"/>
              </a:ext>
            </a:extLst>
          </p:cNvPr>
          <p:cNvSpPr>
            <a:spLocks xmlns:a="http://schemas.openxmlformats.org/drawingml/2006/main" noGrp="1"/>
          </p:cNvSpPr>
          <p:nvPr/>
        </p:nvSpPr>
        <p:spPr>
          <a:xfrm xmlns:a="http://schemas.openxmlformats.org/drawingml/2006/main">
            <a:off x="7772400" y="361950"/>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275" b="0">
                <a:solidFill>
                  <a:srgbClr val="657080"/>
                </a:solidFill>
                <a:latin typeface="Helvetica Neue"/>
                <a:ea typeface="Helvetica Neue"/>
                <a:cs typeface="Helvetica Neue"/>
              </a:defRPr>
            </a:pPr>
            <a:r>
              <a:rPr sz="1275" b="0">
                <a:solidFill>
                  <a:srgbClr val="657080"/>
                </a:solidFill>
                <a:latin typeface="Helvetica Neue"/>
                <a:ea typeface="Helvetica Neue"/>
                <a:cs typeface="Helvetica Neue"/>
              </a:rPr>
              <a:t>Yannik Trinn  /  RealPage</a:t>
            </a:r>
          </a:p>
        </p:txBody>
      </p:sp>
      <p:sp>
        <p:nvSpPr>
          <p:cNvPr id="3" name="text">
            <a:extLst xmlns:a="http://schemas.openxmlformats.org/drawingml/2006/main">
              <a:ext uri="{FF2B5EF4-FFF2-40B4-BE49-F238E27FC236}">
                <a16:creationId xmlns:a16="http://schemas.microsoft.com/office/drawing/2014/main" id="{2E647862-F4D0-4BBF-88CF-628376083959}"/>
              </a:ext>
            </a:extLst>
          </p:cNvPr>
          <p:cNvSpPr>
            <a:spLocks xmlns:a="http://schemas.openxmlformats.org/drawingml/2006/main" noGrp="1"/>
          </p:cNvSpPr>
          <p:nvPr/>
        </p:nvSpPr>
        <p:spPr>
          <a:xfrm xmlns:a="http://schemas.openxmlformats.org/drawingml/2006/main">
            <a:off x="11144250" y="6315075"/>
            <a:ext cx="43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57080"/>
                </a:solidFill>
                <a:latin typeface="Helvetica Neue"/>
                <a:ea typeface="Helvetica Neue"/>
                <a:cs typeface="Helvetica Neue"/>
              </a:defRPr>
            </a:pPr>
            <a:r>
              <a:rPr sz="1050" b="0">
                <a:solidFill>
                  <a:srgbClr val="657080"/>
                </a:solidFill>
                <a:latin typeface="Helvetica Neue"/>
                <a:ea typeface="Helvetica Neue"/>
                <a:cs typeface="Helvetica Neue"/>
              </a:rPr>
              <a:t>02</a:t>
            </a:r>
          </a:p>
        </p:txBody>
      </p:sp>
      <p:sp>
        <p:nvSpPr>
          <p:cNvPr id="4" name="main-title">
            <a:extLst xmlns:a="http://schemas.openxmlformats.org/drawingml/2006/main">
              <a:ext uri="{FF2B5EF4-FFF2-40B4-BE49-F238E27FC236}">
                <a16:creationId xmlns:a16="http://schemas.microsoft.com/office/drawing/2014/main" id="{65B45820-94D7-42E7-BDDA-CEF20DD1E1B7}"/>
              </a:ext>
            </a:extLst>
          </p:cNvPr>
          <p:cNvSpPr>
            <a:spLocks xmlns:a="http://schemas.openxmlformats.org/drawingml/2006/main" noGrp="1"/>
          </p:cNvSpPr>
          <p:nvPr/>
        </p:nvSpPr>
        <p:spPr>
          <a:xfrm xmlns:a="http://schemas.openxmlformats.org/drawingml/2006/main">
            <a:off x="609600" y="971550"/>
            <a:ext cx="10858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4500" b="1">
                <a:solidFill>
                  <a:srgbClr val="17191D"/>
                </a:solidFill>
                <a:latin typeface="Helvetica Neue"/>
                <a:ea typeface="Helvetica Neue"/>
                <a:cs typeface="Helvetica Neue"/>
              </a:defRPr>
            </a:pPr>
            <a:r>
              <a:rPr sz="4500" b="1">
                <a:solidFill>
                  <a:srgbClr val="17191D"/>
                </a:solidFill>
                <a:latin typeface="Helvetica Neue"/>
                <a:ea typeface="Helvetica Neue"/>
                <a:cs typeface="Helvetica Neue"/>
              </a:rPr>
              <a:t>From legal text to</a:t>
            </a:r>
          </a:p>
          <a:p xmlns:a="http://schemas.openxmlformats.org/drawingml/2006/main">
            <a:pPr algn="l">
              <a:defRPr sz="4500" b="1">
                <a:solidFill>
                  <a:srgbClr val="17191D"/>
                </a:solidFill>
                <a:latin typeface="Helvetica Neue"/>
                <a:ea typeface="Helvetica Neue"/>
                <a:cs typeface="Helvetica Neue"/>
              </a:defRPr>
            </a:pPr>
            <a:r>
              <a:rPr sz="4500" b="1">
                <a:solidFill>
                  <a:srgbClr val="17191D"/>
                </a:solidFill>
                <a:latin typeface="Helvetica Neue"/>
                <a:ea typeface="Helvetica Neue"/>
                <a:cs typeface="Helvetica Neue"/>
              </a:rPr>
              <a:t>reviewable decisions.</a:t>
            </a:r>
          </a:p>
        </p:txBody>
      </p:sp>
      <p:sp>
        <p:nvSpPr>
          <p:cNvPr id="5" name="text">
            <a:extLst xmlns:a="http://schemas.openxmlformats.org/drawingml/2006/main">
              <a:ext uri="{FF2B5EF4-FFF2-40B4-BE49-F238E27FC236}">
                <a16:creationId xmlns:a16="http://schemas.microsoft.com/office/drawing/2014/main" id="{9777C886-90F4-4C45-8C11-54951A18F958}"/>
              </a:ext>
            </a:extLst>
          </p:cNvPr>
          <p:cNvSpPr>
            <a:spLocks xmlns:a="http://schemas.openxmlformats.org/drawingml/2006/main" noGrp="1"/>
          </p:cNvSpPr>
          <p:nvPr/>
        </p:nvSpPr>
        <p:spPr>
          <a:xfrm xmlns:a="http://schemas.openxmlformats.org/drawingml/2006/main">
            <a:off x="609600" y="26670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155DE9"/>
                </a:solidFill>
                <a:latin typeface="Helvetica Neue"/>
                <a:ea typeface="Helvetica Neue"/>
                <a:cs typeface="Helvetica Neue"/>
              </a:defRPr>
            </a:pPr>
            <a:r>
              <a:rPr sz="1200" b="1">
                <a:solidFill>
                  <a:srgbClr val="155DE9"/>
                </a:solidFill>
                <a:latin typeface="Helvetica Neue"/>
                <a:ea typeface="Helvetica Neue"/>
                <a:cs typeface="Helvetica Neue"/>
              </a:rPr>
              <a:t>01</a:t>
            </a:r>
          </a:p>
        </p:txBody>
      </p:sp>
      <p:sp>
        <p:nvSpPr>
          <p:cNvPr id="6" name="text">
            <a:extLst xmlns:a="http://schemas.openxmlformats.org/drawingml/2006/main">
              <a:ext uri="{FF2B5EF4-FFF2-40B4-BE49-F238E27FC236}">
                <a16:creationId xmlns:a16="http://schemas.microsoft.com/office/drawing/2014/main" id="{C36CD957-28C8-4339-ADDC-040B41D94D24}"/>
              </a:ext>
            </a:extLst>
          </p:cNvPr>
          <p:cNvSpPr>
            <a:spLocks xmlns:a="http://schemas.openxmlformats.org/drawingml/2006/main" noGrp="1"/>
          </p:cNvSpPr>
          <p:nvPr/>
        </p:nvSpPr>
        <p:spPr>
          <a:xfrm xmlns:a="http://schemas.openxmlformats.org/drawingml/2006/main">
            <a:off x="609600" y="3009900"/>
            <a:ext cx="2305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1">
                <a:solidFill>
                  <a:srgbClr val="17191D"/>
                </a:solidFill>
                <a:latin typeface="Helvetica Neue"/>
                <a:ea typeface="Helvetica Neue"/>
                <a:cs typeface="Helvetica Neue"/>
              </a:defRPr>
            </a:pPr>
            <a:r>
              <a:rPr sz="2025" b="1">
                <a:solidFill>
                  <a:srgbClr val="17191D"/>
                </a:solidFill>
                <a:latin typeface="Helvetica Neue"/>
                <a:ea typeface="Helvetica Neue"/>
                <a:cs typeface="Helvetica Neue"/>
              </a:rPr>
              <a:t>Source text</a:t>
            </a:r>
          </a:p>
        </p:txBody>
      </p:sp>
      <p:sp>
        <p:nvSpPr>
          <p:cNvPr id="7" name="text">
            <a:extLst xmlns:a="http://schemas.openxmlformats.org/drawingml/2006/main">
              <a:ext uri="{FF2B5EF4-FFF2-40B4-BE49-F238E27FC236}">
                <a16:creationId xmlns:a16="http://schemas.microsoft.com/office/drawing/2014/main" id="{259006E4-FE06-4D5E-B513-04F39ADB465F}"/>
              </a:ext>
            </a:extLst>
          </p:cNvPr>
          <p:cNvSpPr>
            <a:spLocks xmlns:a="http://schemas.openxmlformats.org/drawingml/2006/main" noGrp="1"/>
          </p:cNvSpPr>
          <p:nvPr/>
        </p:nvSpPr>
        <p:spPr>
          <a:xfrm xmlns:a="http://schemas.openxmlformats.org/drawingml/2006/main">
            <a:off x="609600" y="34671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657080"/>
                </a:solidFill>
                <a:latin typeface="Helvetica Neue"/>
                <a:ea typeface="Helvetica Neue"/>
                <a:cs typeface="Helvetica Neue"/>
              </a:defRPr>
            </a:pPr>
            <a:r>
              <a:rPr sz="1350" b="0">
                <a:solidFill>
                  <a:srgbClr val="657080"/>
                </a:solidFill>
                <a:latin typeface="Helvetica Neue"/>
                <a:ea typeface="Helvetica Neue"/>
                <a:cs typeface="Helvetica Neue"/>
              </a:rPr>
              <a:t>Original passage</a:t>
            </a:r>
          </a:p>
        </p:txBody>
      </p:sp>
      <p:sp>
        <p:nvSpPr>
          <p:cNvPr id="8" name="text">
            <a:extLst xmlns:a="http://schemas.openxmlformats.org/drawingml/2006/main">
              <a:ext uri="{FF2B5EF4-FFF2-40B4-BE49-F238E27FC236}">
                <a16:creationId xmlns:a16="http://schemas.microsoft.com/office/drawing/2014/main" id="{599FB0D5-DEDB-46E7-8B38-8889E1937802}"/>
              </a:ext>
            </a:extLst>
          </p:cNvPr>
          <p:cNvSpPr>
            <a:spLocks xmlns:a="http://schemas.openxmlformats.org/drawingml/2006/main" noGrp="1"/>
          </p:cNvSpPr>
          <p:nvPr/>
        </p:nvSpPr>
        <p:spPr>
          <a:xfrm xmlns:a="http://schemas.openxmlformats.org/drawingml/2006/main">
            <a:off x="3333750" y="26670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155DE9"/>
                </a:solidFill>
                <a:latin typeface="Helvetica Neue"/>
                <a:ea typeface="Helvetica Neue"/>
                <a:cs typeface="Helvetica Neue"/>
              </a:defRPr>
            </a:pPr>
            <a:r>
              <a:rPr sz="1200" b="1">
                <a:solidFill>
                  <a:srgbClr val="155DE9"/>
                </a:solidFill>
                <a:latin typeface="Helvetica Neue"/>
                <a:ea typeface="Helvetica Neue"/>
                <a:cs typeface="Helvetica Neue"/>
              </a:rPr>
              <a:t>02</a:t>
            </a:r>
          </a:p>
        </p:txBody>
      </p:sp>
      <p:sp>
        <p:nvSpPr>
          <p:cNvPr id="9" name="text">
            <a:extLst xmlns:a="http://schemas.openxmlformats.org/drawingml/2006/main">
              <a:ext uri="{FF2B5EF4-FFF2-40B4-BE49-F238E27FC236}">
                <a16:creationId xmlns:a16="http://schemas.microsoft.com/office/drawing/2014/main" id="{18B7726E-84FE-4E82-A35E-B079CD0DFF86}"/>
              </a:ext>
            </a:extLst>
          </p:cNvPr>
          <p:cNvSpPr>
            <a:spLocks xmlns:a="http://schemas.openxmlformats.org/drawingml/2006/main" noGrp="1"/>
          </p:cNvSpPr>
          <p:nvPr/>
        </p:nvSpPr>
        <p:spPr>
          <a:xfrm xmlns:a="http://schemas.openxmlformats.org/drawingml/2006/main">
            <a:off x="3333750" y="3009900"/>
            <a:ext cx="2305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1">
                <a:solidFill>
                  <a:srgbClr val="17191D"/>
                </a:solidFill>
                <a:latin typeface="Helvetica Neue"/>
                <a:ea typeface="Helvetica Neue"/>
                <a:cs typeface="Helvetica Neue"/>
              </a:defRPr>
            </a:pPr>
            <a:r>
              <a:rPr sz="2025" b="1">
                <a:solidFill>
                  <a:srgbClr val="17191D"/>
                </a:solidFill>
                <a:latin typeface="Helvetica Neue"/>
                <a:ea typeface="Helvetica Neue"/>
                <a:cs typeface="Helvetica Neue"/>
              </a:rPr>
              <a:t>Rule candidate</a:t>
            </a:r>
          </a:p>
        </p:txBody>
      </p:sp>
      <p:sp>
        <p:nvSpPr>
          <p:cNvPr id="10" name="text">
            <a:extLst xmlns:a="http://schemas.openxmlformats.org/drawingml/2006/main">
              <a:ext uri="{FF2B5EF4-FFF2-40B4-BE49-F238E27FC236}">
                <a16:creationId xmlns:a16="http://schemas.microsoft.com/office/drawing/2014/main" id="{F1229D03-6A5E-41D1-8530-60EBE6EDEE66}"/>
              </a:ext>
            </a:extLst>
          </p:cNvPr>
          <p:cNvSpPr>
            <a:spLocks xmlns:a="http://schemas.openxmlformats.org/drawingml/2006/main" noGrp="1"/>
          </p:cNvSpPr>
          <p:nvPr/>
        </p:nvSpPr>
        <p:spPr>
          <a:xfrm xmlns:a="http://schemas.openxmlformats.org/drawingml/2006/main">
            <a:off x="3333750" y="34671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657080"/>
                </a:solidFill>
                <a:latin typeface="Helvetica Neue"/>
                <a:ea typeface="Helvetica Neue"/>
                <a:cs typeface="Helvetica Neue"/>
              </a:defRPr>
            </a:pPr>
            <a:r>
              <a:rPr sz="1350" b="0">
                <a:solidFill>
                  <a:srgbClr val="657080"/>
                </a:solidFill>
                <a:latin typeface="Helvetica Neue"/>
                <a:ea typeface="Helvetica Neue"/>
                <a:cs typeface="Helvetica Neue"/>
              </a:rPr>
              <a:t>Automatic + source review</a:t>
            </a:r>
          </a:p>
        </p:txBody>
      </p:sp>
      <p:sp>
        <p:nvSpPr>
          <p:cNvPr id="11" name="text">
            <a:extLst xmlns:a="http://schemas.openxmlformats.org/drawingml/2006/main">
              <a:ext uri="{FF2B5EF4-FFF2-40B4-BE49-F238E27FC236}">
                <a16:creationId xmlns:a16="http://schemas.microsoft.com/office/drawing/2014/main" id="{1D9DBCBE-DA98-4014-8D29-CB28CFAFD038}"/>
              </a:ext>
            </a:extLst>
          </p:cNvPr>
          <p:cNvSpPr>
            <a:spLocks xmlns:a="http://schemas.openxmlformats.org/drawingml/2006/main" noGrp="1"/>
          </p:cNvSpPr>
          <p:nvPr/>
        </p:nvSpPr>
        <p:spPr>
          <a:xfrm xmlns:a="http://schemas.openxmlformats.org/drawingml/2006/main">
            <a:off x="6381750" y="26670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155DE9"/>
                </a:solidFill>
                <a:latin typeface="Helvetica Neue"/>
                <a:ea typeface="Helvetica Neue"/>
                <a:cs typeface="Helvetica Neue"/>
              </a:defRPr>
            </a:pPr>
            <a:r>
              <a:rPr sz="1200" b="1">
                <a:solidFill>
                  <a:srgbClr val="155DE9"/>
                </a:solidFill>
                <a:latin typeface="Helvetica Neue"/>
                <a:ea typeface="Helvetica Neue"/>
                <a:cs typeface="Helvetica Neue"/>
              </a:rPr>
              <a:t>03</a:t>
            </a:r>
          </a:p>
        </p:txBody>
      </p:sp>
      <p:sp>
        <p:nvSpPr>
          <p:cNvPr id="12" name="text">
            <a:extLst xmlns:a="http://schemas.openxmlformats.org/drawingml/2006/main">
              <a:ext uri="{FF2B5EF4-FFF2-40B4-BE49-F238E27FC236}">
                <a16:creationId xmlns:a16="http://schemas.microsoft.com/office/drawing/2014/main" id="{F257DE52-F622-4FFE-9905-59DB632A39F7}"/>
              </a:ext>
            </a:extLst>
          </p:cNvPr>
          <p:cNvSpPr>
            <a:spLocks xmlns:a="http://schemas.openxmlformats.org/drawingml/2006/main" noGrp="1"/>
          </p:cNvSpPr>
          <p:nvPr/>
        </p:nvSpPr>
        <p:spPr>
          <a:xfrm xmlns:a="http://schemas.openxmlformats.org/drawingml/2006/main">
            <a:off x="6381750" y="3009900"/>
            <a:ext cx="2305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1">
                <a:solidFill>
                  <a:srgbClr val="17191D"/>
                </a:solidFill>
                <a:latin typeface="Helvetica Neue"/>
                <a:ea typeface="Helvetica Neue"/>
                <a:cs typeface="Helvetica Neue"/>
              </a:defRPr>
            </a:pPr>
            <a:r>
              <a:rPr sz="2025" b="1">
                <a:solidFill>
                  <a:srgbClr val="17191D"/>
                </a:solidFill>
                <a:latin typeface="Helvetica Neue"/>
                <a:ea typeface="Helvetica Neue"/>
                <a:cs typeface="Helvetica Neue"/>
              </a:rPr>
              <a:t>Shared engine</a:t>
            </a:r>
          </a:p>
        </p:txBody>
      </p:sp>
      <p:sp>
        <p:nvSpPr>
          <p:cNvPr id="13" name="text">
            <a:extLst xmlns:a="http://schemas.openxmlformats.org/drawingml/2006/main">
              <a:ext uri="{FF2B5EF4-FFF2-40B4-BE49-F238E27FC236}">
                <a16:creationId xmlns:a16="http://schemas.microsoft.com/office/drawing/2014/main" id="{829FDCC0-9ED2-4054-ABA9-2E84805A9797}"/>
              </a:ext>
            </a:extLst>
          </p:cNvPr>
          <p:cNvSpPr>
            <a:spLocks xmlns:a="http://schemas.openxmlformats.org/drawingml/2006/main" noGrp="1"/>
          </p:cNvSpPr>
          <p:nvPr/>
        </p:nvSpPr>
        <p:spPr>
          <a:xfrm xmlns:a="http://schemas.openxmlformats.org/drawingml/2006/main">
            <a:off x="6381750" y="34671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657080"/>
                </a:solidFill>
                <a:latin typeface="Helvetica Neue"/>
                <a:ea typeface="Helvetica Neue"/>
                <a:cs typeface="Helvetica Neue"/>
              </a:defRPr>
            </a:pPr>
            <a:r>
              <a:rPr sz="1350" b="0">
                <a:solidFill>
                  <a:srgbClr val="657080"/>
                </a:solidFill>
                <a:latin typeface="Helvetica Neue"/>
                <a:ea typeface="Helvetica Neue"/>
                <a:cs typeface="Helvetica Neue"/>
              </a:rPr>
              <a:t>Explicit conditions</a:t>
            </a:r>
          </a:p>
        </p:txBody>
      </p:sp>
      <p:sp>
        <p:nvSpPr>
          <p:cNvPr id="14" name="text">
            <a:extLst xmlns:a="http://schemas.openxmlformats.org/drawingml/2006/main">
              <a:ext uri="{FF2B5EF4-FFF2-40B4-BE49-F238E27FC236}">
                <a16:creationId xmlns:a16="http://schemas.microsoft.com/office/drawing/2014/main" id="{401A55E7-8EA5-49B2-9C1B-4F383420B69E}"/>
              </a:ext>
            </a:extLst>
          </p:cNvPr>
          <p:cNvSpPr>
            <a:spLocks xmlns:a="http://schemas.openxmlformats.org/drawingml/2006/main" noGrp="1"/>
          </p:cNvSpPr>
          <p:nvPr/>
        </p:nvSpPr>
        <p:spPr>
          <a:xfrm xmlns:a="http://schemas.openxmlformats.org/drawingml/2006/main">
            <a:off x="9191625" y="26670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155DE9"/>
                </a:solidFill>
                <a:latin typeface="Helvetica Neue"/>
                <a:ea typeface="Helvetica Neue"/>
                <a:cs typeface="Helvetica Neue"/>
              </a:defRPr>
            </a:pPr>
            <a:r>
              <a:rPr sz="1200" b="1">
                <a:solidFill>
                  <a:srgbClr val="155DE9"/>
                </a:solidFill>
                <a:latin typeface="Helvetica Neue"/>
                <a:ea typeface="Helvetica Neue"/>
                <a:cs typeface="Helvetica Neue"/>
              </a:rPr>
              <a:t>04</a:t>
            </a:r>
          </a:p>
        </p:txBody>
      </p:sp>
      <p:sp>
        <p:nvSpPr>
          <p:cNvPr id="15" name="text">
            <a:extLst xmlns:a="http://schemas.openxmlformats.org/drawingml/2006/main">
              <a:ext uri="{FF2B5EF4-FFF2-40B4-BE49-F238E27FC236}">
                <a16:creationId xmlns:a16="http://schemas.microsoft.com/office/drawing/2014/main" id="{CA1EE214-B021-40CB-AC18-D49CB4C82CBB}"/>
              </a:ext>
            </a:extLst>
          </p:cNvPr>
          <p:cNvSpPr>
            <a:spLocks xmlns:a="http://schemas.openxmlformats.org/drawingml/2006/main" noGrp="1"/>
          </p:cNvSpPr>
          <p:nvPr/>
        </p:nvSpPr>
        <p:spPr>
          <a:xfrm xmlns:a="http://schemas.openxmlformats.org/drawingml/2006/main">
            <a:off x="9191625" y="3009900"/>
            <a:ext cx="2305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1">
                <a:solidFill>
                  <a:srgbClr val="17191D"/>
                </a:solidFill>
                <a:latin typeface="Helvetica Neue"/>
                <a:ea typeface="Helvetica Neue"/>
                <a:cs typeface="Helvetica Neue"/>
              </a:defRPr>
            </a:pPr>
            <a:r>
              <a:rPr sz="2025" b="1">
                <a:solidFill>
                  <a:srgbClr val="17191D"/>
                </a:solidFill>
                <a:latin typeface="Helvetica Neue"/>
                <a:ea typeface="Helvetica Neue"/>
                <a:cs typeface="Helvetica Neue"/>
              </a:rPr>
              <a:t>Trace</a:t>
            </a:r>
          </a:p>
        </p:txBody>
      </p:sp>
      <p:sp>
        <p:nvSpPr>
          <p:cNvPr id="16" name="text">
            <a:extLst xmlns:a="http://schemas.openxmlformats.org/drawingml/2006/main">
              <a:ext uri="{FF2B5EF4-FFF2-40B4-BE49-F238E27FC236}">
                <a16:creationId xmlns:a16="http://schemas.microsoft.com/office/drawing/2014/main" id="{97F02057-E718-4F57-99B3-AC03B9695F1B}"/>
              </a:ext>
            </a:extLst>
          </p:cNvPr>
          <p:cNvSpPr>
            <a:spLocks xmlns:a="http://schemas.openxmlformats.org/drawingml/2006/main" noGrp="1"/>
          </p:cNvSpPr>
          <p:nvPr/>
        </p:nvSpPr>
        <p:spPr>
          <a:xfrm xmlns:a="http://schemas.openxmlformats.org/drawingml/2006/main">
            <a:off x="9191625" y="34671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657080"/>
                </a:solidFill>
                <a:latin typeface="Helvetica Neue"/>
                <a:ea typeface="Helvetica Neue"/>
                <a:cs typeface="Helvetica Neue"/>
              </a:defRPr>
            </a:pPr>
            <a:r>
              <a:rPr sz="1350" b="0">
                <a:solidFill>
                  <a:srgbClr val="657080"/>
                </a:solidFill>
                <a:latin typeface="Helvetica Neue"/>
                <a:ea typeface="Helvetica Neue"/>
                <a:cs typeface="Helvetica Neue"/>
              </a:rPr>
              <a:t>Answer and missing facts</a:t>
            </a:r>
          </a:p>
        </p:txBody>
      </p:sp>
      <p:cxnSp>
        <p:nvCxnSpPr>
          <p:cNvPr id="49" name=""/>
          <p:cNvCxnSpPr>
            <a:stCxn xmlns:a="http://schemas.openxmlformats.org/drawingml/2006/main" id="6" idx="3"/>
            <a:endCxn xmlns:a="http://schemas.openxmlformats.org/drawingml/2006/main" id="9" idx="1"/>
          </p:cNvCxnSpPr>
          <p:nvPr/>
        </p:nvCxnSpPr>
        <p:spPr>
          <a:xfrm xmlns:a="http://schemas.openxmlformats.org/drawingml/2006/main">
            <a:off x="2914650" y="3190875"/>
            <a:ext cx="419100" cy="0"/>
          </a:xfrm>
          <a:prstGeom xmlns:a="http://schemas.openxmlformats.org/drawingml/2006/main" prst="straightConnector1">
            <a:avLst/>
          </a:prstGeom>
          <a:ln xmlns:a="http://schemas.openxmlformats.org/drawingml/2006/main" w="14288">
            <a:solidFill>
              <a:srgbClr val="BDC5D0"/>
            </a:solidFill>
            <a:tailEnd type="triangle" w="sm" len="sm"/>
          </a:ln>
        </p:spPr>
      </p:cxnSp>
      <p:cxnSp>
        <p:nvCxnSpPr>
          <p:cNvPr id="50" name=""/>
          <p:cNvCxnSpPr>
            <a:stCxn xmlns:a="http://schemas.openxmlformats.org/drawingml/2006/main" id="9" idx="3"/>
            <a:endCxn xmlns:a="http://schemas.openxmlformats.org/drawingml/2006/main" id="12" idx="1"/>
          </p:cNvCxnSpPr>
          <p:nvPr/>
        </p:nvCxnSpPr>
        <p:spPr>
          <a:xfrm xmlns:a="http://schemas.openxmlformats.org/drawingml/2006/main">
            <a:off x="5638800" y="3190875"/>
            <a:ext cx="742950" cy="0"/>
          </a:xfrm>
          <a:prstGeom xmlns:a="http://schemas.openxmlformats.org/drawingml/2006/main" prst="straightConnector1">
            <a:avLst/>
          </a:prstGeom>
          <a:ln xmlns:a="http://schemas.openxmlformats.org/drawingml/2006/main" w="14288">
            <a:solidFill>
              <a:srgbClr val="BDC5D0"/>
            </a:solidFill>
            <a:tailEnd type="triangle" w="sm" len="sm"/>
          </a:ln>
        </p:spPr>
      </p:cxnSp>
      <p:cxnSp>
        <p:nvCxnSpPr>
          <p:cNvPr id="51" name=""/>
          <p:cNvCxnSpPr>
            <a:stCxn xmlns:a="http://schemas.openxmlformats.org/drawingml/2006/main" id="12" idx="3"/>
            <a:endCxn xmlns:a="http://schemas.openxmlformats.org/drawingml/2006/main" id="15" idx="1"/>
          </p:cNvCxnSpPr>
          <p:nvPr/>
        </p:nvCxnSpPr>
        <p:spPr>
          <a:xfrm xmlns:a="http://schemas.openxmlformats.org/drawingml/2006/main">
            <a:off x="8686800" y="3190875"/>
            <a:ext cx="504825" cy="0"/>
          </a:xfrm>
          <a:prstGeom xmlns:a="http://schemas.openxmlformats.org/drawingml/2006/main" prst="straightConnector1">
            <a:avLst/>
          </a:prstGeom>
          <a:ln xmlns:a="http://schemas.openxmlformats.org/drawingml/2006/main" w="14288">
            <a:solidFill>
              <a:srgbClr val="BDC5D0"/>
            </a:solidFill>
            <a:tailEnd type="triangle" w="sm" len="sm"/>
          </a:ln>
        </p:spPr>
      </p:cxnSp>
      <p:sp>
        <p:nvSpPr>
          <p:cNvPr id="20" name="text">
            <a:extLst xmlns:a="http://schemas.openxmlformats.org/drawingml/2006/main">
              <a:ext uri="{FF2B5EF4-FFF2-40B4-BE49-F238E27FC236}">
                <a16:creationId xmlns:a16="http://schemas.microsoft.com/office/drawing/2014/main" id="{F70210AD-2886-458A-BCFB-41CE98083E05}"/>
              </a:ext>
            </a:extLst>
          </p:cNvPr>
          <p:cNvSpPr>
            <a:spLocks xmlns:a="http://schemas.openxmlformats.org/drawingml/2006/main" noGrp="1"/>
          </p:cNvSpPr>
          <p:nvPr/>
        </p:nvSpPr>
        <p:spPr>
          <a:xfrm xmlns:a="http://schemas.openxmlformats.org/drawingml/2006/main">
            <a:off x="609600" y="4162425"/>
            <a:ext cx="295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4050" b="1">
                <a:solidFill>
                  <a:srgbClr val="17191D"/>
                </a:solidFill>
                <a:latin typeface="Helvetica Neue"/>
                <a:ea typeface="Helvetica Neue"/>
                <a:cs typeface="Helvetica Neue"/>
              </a:defRPr>
            </a:pPr>
            <a:r>
              <a:rPr sz="4050" b="1">
                <a:solidFill>
                  <a:srgbClr val="17191D"/>
                </a:solidFill>
                <a:latin typeface="Helvetica Neue"/>
                <a:ea typeface="Helvetica Neue"/>
                <a:cs typeface="Helvetica Neue"/>
              </a:rPr>
              <a:t>89</a:t>
            </a:r>
          </a:p>
        </p:txBody>
      </p:sp>
      <p:sp>
        <p:nvSpPr>
          <p:cNvPr id="21" name="text">
            <a:extLst xmlns:a="http://schemas.openxmlformats.org/drawingml/2006/main">
              <a:ext uri="{FF2B5EF4-FFF2-40B4-BE49-F238E27FC236}">
                <a16:creationId xmlns:a16="http://schemas.microsoft.com/office/drawing/2014/main" id="{6817118C-52D6-4C7D-9F0D-C96C34B3F928}"/>
              </a:ext>
            </a:extLst>
          </p:cNvPr>
          <p:cNvSpPr>
            <a:spLocks xmlns:a="http://schemas.openxmlformats.org/drawingml/2006/main" noGrp="1"/>
          </p:cNvSpPr>
          <p:nvPr/>
        </p:nvSpPr>
        <p:spPr>
          <a:xfrm xmlns:a="http://schemas.openxmlformats.org/drawingml/2006/main">
            <a:off x="609600" y="4886325"/>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657080"/>
                </a:solidFill>
                <a:latin typeface="Helvetica Neue"/>
                <a:ea typeface="Helvetica Neue"/>
                <a:cs typeface="Helvetica Neue"/>
              </a:defRPr>
            </a:pPr>
            <a:r>
              <a:rPr sz="1350" b="0">
                <a:solidFill>
                  <a:srgbClr val="657080"/>
                </a:solidFill>
                <a:latin typeface="Helvetica Neue"/>
                <a:ea typeface="Helvetica Neue"/>
                <a:cs typeface="Helvetica Neue"/>
              </a:rPr>
              <a:t>selected rule records</a:t>
            </a:r>
          </a:p>
        </p:txBody>
      </p:sp>
      <p:sp>
        <p:nvSpPr>
          <p:cNvPr id="22" name="text">
            <a:extLst xmlns:a="http://schemas.openxmlformats.org/drawingml/2006/main">
              <a:ext uri="{FF2B5EF4-FFF2-40B4-BE49-F238E27FC236}">
                <a16:creationId xmlns:a16="http://schemas.microsoft.com/office/drawing/2014/main" id="{426A8454-1576-4A35-A2C3-405D4B61AFE1}"/>
              </a:ext>
            </a:extLst>
          </p:cNvPr>
          <p:cNvSpPr>
            <a:spLocks xmlns:a="http://schemas.openxmlformats.org/drawingml/2006/main" noGrp="1"/>
          </p:cNvSpPr>
          <p:nvPr/>
        </p:nvSpPr>
        <p:spPr>
          <a:xfrm xmlns:a="http://schemas.openxmlformats.org/drawingml/2006/main">
            <a:off x="2809875" y="4162425"/>
            <a:ext cx="295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4050" b="1">
                <a:solidFill>
                  <a:srgbClr val="17191D"/>
                </a:solidFill>
                <a:latin typeface="Helvetica Neue"/>
                <a:ea typeface="Helvetica Neue"/>
                <a:cs typeface="Helvetica Neue"/>
              </a:defRPr>
            </a:pPr>
            <a:r>
              <a:rPr sz="4050" b="1">
                <a:solidFill>
                  <a:srgbClr val="17191D"/>
                </a:solidFill>
                <a:latin typeface="Helvetica Neue"/>
                <a:ea typeface="Helvetica Neue"/>
                <a:cs typeface="Helvetica Neue"/>
              </a:rPr>
              <a:t>13</a:t>
            </a:r>
          </a:p>
        </p:txBody>
      </p:sp>
      <p:sp>
        <p:nvSpPr>
          <p:cNvPr id="23" name="text">
            <a:extLst xmlns:a="http://schemas.openxmlformats.org/drawingml/2006/main">
              <a:ext uri="{FF2B5EF4-FFF2-40B4-BE49-F238E27FC236}">
                <a16:creationId xmlns:a16="http://schemas.microsoft.com/office/drawing/2014/main" id="{F369DFAB-EA0F-4622-86CE-D892588FCB39}"/>
              </a:ext>
            </a:extLst>
          </p:cNvPr>
          <p:cNvSpPr>
            <a:spLocks xmlns:a="http://schemas.openxmlformats.org/drawingml/2006/main" noGrp="1"/>
          </p:cNvSpPr>
          <p:nvPr/>
        </p:nvSpPr>
        <p:spPr>
          <a:xfrm xmlns:a="http://schemas.openxmlformats.org/drawingml/2006/main">
            <a:off x="2809875" y="4886325"/>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657080"/>
                </a:solidFill>
                <a:latin typeface="Helvetica Neue"/>
                <a:ea typeface="Helvetica Neue"/>
                <a:cs typeface="Helvetica Neue"/>
              </a:defRPr>
            </a:pPr>
            <a:r>
              <a:rPr sz="1350" b="0">
                <a:solidFill>
                  <a:srgbClr val="657080"/>
                </a:solidFill>
                <a:latin typeface="Helvetica Neue"/>
                <a:ea typeface="Helvetica Neue"/>
                <a:cs typeface="Helvetica Neue"/>
              </a:rPr>
              <a:t>executable coverage</a:t>
            </a:r>
          </a:p>
        </p:txBody>
      </p:sp>
      <p:sp>
        <p:nvSpPr>
          <p:cNvPr id="24" name="text">
            <a:extLst xmlns:a="http://schemas.openxmlformats.org/drawingml/2006/main">
              <a:ext uri="{FF2B5EF4-FFF2-40B4-BE49-F238E27FC236}">
                <a16:creationId xmlns:a16="http://schemas.microsoft.com/office/drawing/2014/main" id="{C1B17FD6-479C-407A-B869-709A6B37DF79}"/>
              </a:ext>
            </a:extLst>
          </p:cNvPr>
          <p:cNvSpPr>
            <a:spLocks xmlns:a="http://schemas.openxmlformats.org/drawingml/2006/main" noGrp="1"/>
          </p:cNvSpPr>
          <p:nvPr/>
        </p:nvSpPr>
        <p:spPr>
          <a:xfrm xmlns:a="http://schemas.openxmlformats.org/drawingml/2006/main">
            <a:off x="5419725" y="4162425"/>
            <a:ext cx="295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4050" b="1">
                <a:solidFill>
                  <a:srgbClr val="17191D"/>
                </a:solidFill>
                <a:latin typeface="Helvetica Neue"/>
                <a:ea typeface="Helvetica Neue"/>
                <a:cs typeface="Helvetica Neue"/>
              </a:defRPr>
            </a:pPr>
            <a:r>
              <a:rPr sz="4050" b="1">
                <a:solidFill>
                  <a:srgbClr val="17191D"/>
                </a:solidFill>
                <a:latin typeface="Helvetica Neue"/>
                <a:ea typeface="Helvetica Neue"/>
                <a:cs typeface="Helvetica Neue"/>
              </a:rPr>
              <a:t>475/500</a:t>
            </a:r>
          </a:p>
        </p:txBody>
      </p:sp>
      <p:sp>
        <p:nvSpPr>
          <p:cNvPr id="25" name="text">
            <a:extLst xmlns:a="http://schemas.openxmlformats.org/drawingml/2006/main">
              <a:ext uri="{FF2B5EF4-FFF2-40B4-BE49-F238E27FC236}">
                <a16:creationId xmlns:a16="http://schemas.microsoft.com/office/drawing/2014/main" id="{C71BBD63-A613-4D46-BCC6-08C2EA71AFA8}"/>
              </a:ext>
            </a:extLst>
          </p:cNvPr>
          <p:cNvSpPr>
            <a:spLocks xmlns:a="http://schemas.openxmlformats.org/drawingml/2006/main" noGrp="1"/>
          </p:cNvSpPr>
          <p:nvPr/>
        </p:nvSpPr>
        <p:spPr>
          <a:xfrm xmlns:a="http://schemas.openxmlformats.org/drawingml/2006/main">
            <a:off x="5419725" y="4886325"/>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657080"/>
                </a:solidFill>
                <a:latin typeface="Helvetica Neue"/>
                <a:ea typeface="Helvetica Neue"/>
                <a:cs typeface="Helvetica Neue"/>
              </a:defRPr>
            </a:pPr>
            <a:r>
              <a:rPr sz="1350" b="0">
                <a:solidFill>
                  <a:srgbClr val="657080"/>
                </a:solidFill>
                <a:latin typeface="Helvetica Neue"/>
                <a:ea typeface="Helvetica Neue"/>
                <a:cs typeface="Helvetica Neue"/>
              </a:rPr>
              <a:t>geographic matches</a:t>
            </a:r>
          </a:p>
        </p:txBody>
      </p:sp>
      <p:sp>
        <p:nvSpPr>
          <p:cNvPr id="26" name="text">
            <a:extLst xmlns:a="http://schemas.openxmlformats.org/drawingml/2006/main">
              <a:ext uri="{FF2B5EF4-FFF2-40B4-BE49-F238E27FC236}">
                <a16:creationId xmlns:a16="http://schemas.microsoft.com/office/drawing/2014/main" id="{AD4E9D0E-304A-462E-B93E-4AA7F76D90D5}"/>
              </a:ext>
            </a:extLst>
          </p:cNvPr>
          <p:cNvSpPr>
            <a:spLocks xmlns:a="http://schemas.openxmlformats.org/drawingml/2006/main" noGrp="1"/>
          </p:cNvSpPr>
          <p:nvPr/>
        </p:nvSpPr>
        <p:spPr>
          <a:xfrm xmlns:a="http://schemas.openxmlformats.org/drawingml/2006/main">
            <a:off x="609600" y="5314950"/>
            <a:ext cx="7000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0">
                <a:solidFill>
                  <a:srgbClr val="657080"/>
                </a:solidFill>
                <a:latin typeface="Helvetica Neue"/>
                <a:ea typeface="Helvetica Neue"/>
                <a:cs typeface="Helvetica Neue"/>
              </a:defRPr>
            </a:pPr>
            <a:r>
              <a:rPr sz="1200" b="0">
                <a:solidFill>
                  <a:srgbClr val="657080"/>
                </a:solidFill>
                <a:latin typeface="Helvetica Neue"/>
                <a:ea typeface="Helvetica Neue"/>
                <a:cs typeface="Helvetica Neue"/>
              </a:rPr>
              <a:t>Build snapshot: October 4, 2026</a:t>
            </a:r>
          </a:p>
          <a:p xmlns:a="http://schemas.openxmlformats.org/drawingml/2006/main">
            <a:pPr algn="l">
              <a:defRPr sz="1200" b="0">
                <a:solidFill>
                  <a:srgbClr val="657080"/>
                </a:solidFill>
                <a:latin typeface="Helvetica Neue"/>
                <a:ea typeface="Helvetica Neue"/>
                <a:cs typeface="Helvetica Neue"/>
              </a:defRPr>
            </a:pPr>
            <a:r>
              <a:rPr sz="1200" b="0">
                <a:solidFill>
                  <a:srgbClr val="657080"/>
                </a:solidFill>
                <a:latin typeface="Helvetica Neue"/>
                <a:ea typeface="Helvetica Neue"/>
                <a:cs typeface="Helvetica Neue"/>
              </a:rPr>
              <a:t>Counts do not measure legal accuracy.</a:t>
            </a:r>
          </a:p>
        </p:txBody>
      </p:sp>
      <p:sp>
        <p:nvSpPr>
          <p:cNvPr id="27" name="text">
            <a:extLst xmlns:a="http://schemas.openxmlformats.org/drawingml/2006/main">
              <a:ext uri="{FF2B5EF4-FFF2-40B4-BE49-F238E27FC236}">
                <a16:creationId xmlns:a16="http://schemas.microsoft.com/office/drawing/2014/main" id="{3453297F-40C8-413B-8EAD-378C452F22B5}"/>
              </a:ext>
            </a:extLst>
          </p:cNvPr>
          <p:cNvSpPr>
            <a:spLocks xmlns:a="http://schemas.openxmlformats.org/drawingml/2006/main" noGrp="1"/>
          </p:cNvSpPr>
          <p:nvPr/>
        </p:nvSpPr>
        <p:spPr>
          <a:xfrm xmlns:a="http://schemas.openxmlformats.org/drawingml/2006/main">
            <a:off x="8658225" y="41910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155DE9"/>
                </a:solidFill>
                <a:latin typeface="Helvetica Neue"/>
                <a:ea typeface="Helvetica Neue"/>
                <a:cs typeface="Helvetica Neue"/>
              </a:defRPr>
            </a:pPr>
            <a:r>
              <a:rPr sz="1200" b="1">
                <a:solidFill>
                  <a:srgbClr val="155DE9"/>
                </a:solidFill>
                <a:latin typeface="Helvetica Neue"/>
                <a:ea typeface="Helvetica Neue"/>
                <a:cs typeface="Helvetica Neue"/>
              </a:rPr>
              <a:t>FIRST BUYER HYPOTHESIS</a:t>
            </a:r>
          </a:p>
        </p:txBody>
      </p:sp>
      <p:sp>
        <p:nvSpPr>
          <p:cNvPr id="28" name="text">
            <a:extLst xmlns:a="http://schemas.openxmlformats.org/drawingml/2006/main">
              <a:ext uri="{FF2B5EF4-FFF2-40B4-BE49-F238E27FC236}">
                <a16:creationId xmlns:a16="http://schemas.microsoft.com/office/drawing/2014/main" id="{1D3F7C6A-CDD1-46E1-ABD3-730A47E89A9A}"/>
              </a:ext>
            </a:extLst>
          </p:cNvPr>
          <p:cNvSpPr>
            <a:spLocks xmlns:a="http://schemas.openxmlformats.org/drawingml/2006/main" noGrp="1"/>
          </p:cNvSpPr>
          <p:nvPr/>
        </p:nvSpPr>
        <p:spPr>
          <a:xfrm xmlns:a="http://schemas.openxmlformats.org/drawingml/2006/main">
            <a:off x="8658225" y="4581525"/>
            <a:ext cx="2933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17191D"/>
                </a:solidFill>
                <a:latin typeface="Helvetica Neue"/>
                <a:ea typeface="Helvetica Neue"/>
                <a:cs typeface="Helvetica Neue"/>
              </a:defRPr>
            </a:pPr>
            <a:r>
              <a:rPr sz="1875" b="1">
                <a:solidFill>
                  <a:srgbClr val="17191D"/>
                </a:solidFill>
                <a:latin typeface="Helvetica Neue"/>
                <a:ea typeface="Helvetica Neue"/>
                <a:cs typeface="Helvetica Neue"/>
              </a:rPr>
              <a:t>Portfolio review workflow</a:t>
            </a:r>
          </a:p>
        </p:txBody>
      </p:sp>
      <p:sp>
        <p:nvSpPr>
          <p:cNvPr id="29" name="text">
            <a:extLst xmlns:a="http://schemas.openxmlformats.org/drawingml/2006/main">
              <a:ext uri="{FF2B5EF4-FFF2-40B4-BE49-F238E27FC236}">
                <a16:creationId xmlns:a16="http://schemas.microsoft.com/office/drawing/2014/main" id="{2F97D8CD-8671-43E0-8F08-BF5EC72E4197}"/>
              </a:ext>
            </a:extLst>
          </p:cNvPr>
          <p:cNvSpPr>
            <a:spLocks xmlns:a="http://schemas.openxmlformats.org/drawingml/2006/main" noGrp="1"/>
          </p:cNvSpPr>
          <p:nvPr/>
        </p:nvSpPr>
        <p:spPr>
          <a:xfrm xmlns:a="http://schemas.openxmlformats.org/drawingml/2006/main">
            <a:off x="8658225" y="5029200"/>
            <a:ext cx="2952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657080"/>
                </a:solidFill>
                <a:latin typeface="Helvetica Neue"/>
                <a:ea typeface="Helvetica Neue"/>
                <a:cs typeface="Helvetica Neue"/>
              </a:defRPr>
            </a:pPr>
            <a:r>
              <a:rPr sz="1500" b="0">
                <a:solidFill>
                  <a:srgbClr val="657080"/>
                </a:solidFill>
                <a:latin typeface="Helvetica Neue"/>
                <a:ea typeface="Helvetica Neue"/>
                <a:cs typeface="Helvetica Neue"/>
              </a:rPr>
              <a:t>Change → evidence → review</a:t>
            </a:r>
          </a:p>
          <a:p xmlns:a="http://schemas.openxmlformats.org/drawingml/2006/main">
            <a:pPr algn="l">
              <a:defRPr sz="1500" b="0">
                <a:solidFill>
                  <a:srgbClr val="657080"/>
                </a:solidFill>
                <a:latin typeface="Helvetica Neue"/>
                <a:ea typeface="Helvetica Neue"/>
                <a:cs typeface="Helvetica Neue"/>
              </a:defRPr>
            </a:pPr>
            <a:r>
              <a:rPr sz="1500" b="0">
                <a:solidFill>
                  <a:srgbClr val="657080"/>
                </a:solidFill>
                <a:latin typeface="Helvetica Neue"/>
                <a:ea typeface="Helvetica Neue"/>
                <a:cs typeface="Helvetica Neue"/>
              </a:rPr>
              <a:t>30-day paid pilot proposed</a:t>
            </a:r>
          </a:p>
        </p:txBody>
      </p:sp>
      <p:sp>
        <p:nvSpPr>
          <p:cNvPr id="30" name="text">
            <a:extLst xmlns:a="http://schemas.openxmlformats.org/drawingml/2006/main">
              <a:ext uri="{FF2B5EF4-FFF2-40B4-BE49-F238E27FC236}">
                <a16:creationId xmlns:a16="http://schemas.microsoft.com/office/drawing/2014/main" id="{C7B6694B-9139-4B0F-B5D6-ECC40884AD8D}"/>
              </a:ext>
            </a:extLst>
          </p:cNvPr>
          <p:cNvSpPr>
            <a:spLocks xmlns:a="http://schemas.openxmlformats.org/drawingml/2006/main" noGrp="1"/>
          </p:cNvSpPr>
          <p:nvPr/>
        </p:nvSpPr>
        <p:spPr>
          <a:xfrm xmlns:a="http://schemas.openxmlformats.org/drawingml/2006/main">
            <a:off x="8658225" y="5800725"/>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0">
                <a:solidFill>
                  <a:srgbClr val="657080"/>
                </a:solidFill>
                <a:latin typeface="Helvetica Neue"/>
                <a:ea typeface="Helvetica Neue"/>
                <a:cs typeface="Helvetica Neue"/>
              </a:defRPr>
            </a:pPr>
            <a:r>
              <a:rPr sz="1200" b="0">
                <a:solidFill>
                  <a:srgbClr val="657080"/>
                </a:solidFill>
                <a:latin typeface="Helvetica Neue"/>
                <a:ea typeface="Helvetica Neue"/>
                <a:cs typeface="Helvetica Neue"/>
              </a:rPr>
              <a:t>Next: expert-reviewed pilot</a:t>
            </a:r>
          </a:p>
          <a:p xmlns:a="http://schemas.openxmlformats.org/drawingml/2006/main">
            <a:pPr algn="l">
              <a:defRPr sz="1200" b="0">
                <a:solidFill>
                  <a:srgbClr val="657080"/>
                </a:solidFill>
                <a:latin typeface="Helvetica Neue"/>
                <a:ea typeface="Helvetica Neue"/>
                <a:cs typeface="Helvetica Neue"/>
              </a:defRPr>
            </a:pPr>
            <a:r>
              <a:rPr sz="1200" b="0">
                <a:solidFill>
                  <a:srgbClr val="657080"/>
                </a:solidFill>
                <a:latin typeface="Helvetica Neue"/>
                <a:ea typeface="Helvetica Neue"/>
                <a:cs typeface="Helvetica Neue"/>
              </a:rPr>
              <a:t>Demand and pricing unvalidated</a:t>
            </a:r>
          </a:p>
        </p:txBody>
      </p:sp>
      <p:sp>
        <p:nvSpPr>
          <p:cNvPr id="31" name="text">
            <a:extLst xmlns:a="http://schemas.openxmlformats.org/drawingml/2006/main">
              <a:ext uri="{FF2B5EF4-FFF2-40B4-BE49-F238E27FC236}">
                <a16:creationId xmlns:a16="http://schemas.microsoft.com/office/drawing/2014/main" id="{EE4253B9-5BBB-4F18-8094-DC4218B4D416}"/>
              </a:ext>
            </a:extLst>
          </p:cNvPr>
          <p:cNvSpPr>
            <a:spLocks xmlns:a="http://schemas.openxmlformats.org/drawingml/2006/main" noGrp="1"/>
          </p:cNvSpPr>
          <p:nvPr/>
        </p:nvSpPr>
        <p:spPr>
          <a:xfrm xmlns:a="http://schemas.openxmlformats.org/drawingml/2006/main">
            <a:off x="609600" y="6343650"/>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0">
                <a:solidFill>
                  <a:srgbClr val="155DE9"/>
                </a:solidFill>
                <a:latin typeface="Helvetica Neue"/>
                <a:ea typeface="Helvetica Neue"/>
                <a:cs typeface="Helvetica Neue"/>
              </a:defRPr>
            </a:pPr>
            <a:r>
              <a:rPr sz="1200" b="0">
                <a:solidFill>
                  <a:srgbClr val="155DE9"/>
                </a:solidFill>
                <a:latin typeface="Helvetica Neue"/>
                <a:ea typeface="Helvetica Neue"/>
                <a:cs typeface="Helvetica Neue"/>
              </a:rPr>
              <a:t>yatrinn.github.io/lawdiff</a:t>
            </a:r>
          </a:p>
        </p:txBody>
      </p:sp>
      <p:sp>
        <p:nvSpPr>
          <p:cNvPr id="32" name="text">
            <a:extLst xmlns:a="http://schemas.openxmlformats.org/drawingml/2006/main">
              <a:ext uri="{FF2B5EF4-FFF2-40B4-BE49-F238E27FC236}">
                <a16:creationId xmlns:a16="http://schemas.microsoft.com/office/drawing/2014/main" id="{919BC6A1-2CC9-4237-A2D0-5378F3ED2A21}"/>
              </a:ext>
            </a:extLst>
          </p:cNvPr>
          <p:cNvSpPr>
            <a:spLocks xmlns:a="http://schemas.openxmlformats.org/drawingml/2006/main" noGrp="1"/>
          </p:cNvSpPr>
          <p:nvPr/>
        </p:nvSpPr>
        <p:spPr>
          <a:xfrm xmlns:a="http://schemas.openxmlformats.org/drawingml/2006/main">
            <a:off x="5048250" y="6343650"/>
            <a:ext cx="504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0">
                <a:solidFill>
                  <a:srgbClr val="657080"/>
                </a:solidFill>
                <a:latin typeface="Helvetica Neue"/>
                <a:ea typeface="Helvetica Neue"/>
                <a:cs typeface="Helvetica Neue"/>
              </a:defRPr>
            </a:pPr>
            <a:r>
              <a:rPr sz="1200" b="0">
                <a:solidFill>
                  <a:srgbClr val="657080"/>
                </a:solidFill>
                <a:latin typeface="Helvetica Neue"/>
                <a:ea typeface="Helvetica Neue"/>
                <a:cs typeface="Helvetica Neue"/>
              </a:rPr>
              <a:t>github.com/yatrinn/lawdiff</a:t>
            </a:r>
          </a:p>
        </p:txBody>
      </p:sp>
    </p:spTree>
    <p:extLst>
      <p:ext uri="{BB962C8B-B14F-4D97-AF65-F5344CB8AC3E}">
        <p14:creationId xmlns:p14="http://schemas.microsoft.com/office/powerpoint/2010/main" val="1708594228"/>
      </p:ext>
    </p:extLst>
  </p:cSld>
</p:sld>
</file>

<file path=ppt/theme/theme1.xml><?xml version="1.0" encoding="utf-8"?>
<a:theme xmlns:a="http://schemas.openxmlformats.org/drawingml/2006/main" name="ChatGPT">
  <a:themeElements>
    <a:clrScheme name="LawDiff">
      <a:dk1>
        <a:srgbClr val="000000"/>
      </a:dk1>
      <a:lt1>
        <a:srgbClr val="FFFFFF"/>
      </a:lt1>
      <a:dk2>
        <a:srgbClr val="17191D"/>
      </a:dk2>
      <a:lt2>
        <a:srgbClr val="F7F8FB"/>
      </a:lt2>
      <a:accent1>
        <a:srgbClr val="155DE9"/>
      </a:accent1>
      <a:accent2>
        <a:srgbClr val="17191D"/>
      </a:accent2>
      <a:accent3>
        <a:srgbClr val="657080"/>
      </a:accent3>
      <a:accent4>
        <a:srgbClr val="A87512"/>
      </a:accent4>
      <a:accent5>
        <a:srgbClr val="37475F"/>
      </a:accent5>
      <a:accent6>
        <a:srgbClr val="697792"/>
      </a:accent6>
      <a:hlink>
        <a:srgbClr val="155DE9"/>
      </a:hlink>
      <a:folHlink>
        <a:srgbClr val="155DE9"/>
      </a:folHlink>
    </a:clrScheme>
    <a:fontScheme name="Office">
      <a:majorFont>
        <a:latin typeface="Calibri Light"/>
        <a:ea typeface="Calibri Light"/>
        <a:cs typeface="Calibri Light"/>
      </a:majorFont>
      <a:minorFont>
        <a:latin typeface="Calibri"/>
        <a:ea typeface="Calibri"/>
        <a:cs typeface="Calibri"/>
      </a:minorFont>
    </a:fontScheme>
    <a:fmtScheme name="LawDiff">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2026-10-04T10:39:04.0730000Z</dcterms:created>
  <dcterms:modified xsi:type="dcterms:W3CDTF">2026-10-04T10:39:04.0730000Z</dcterms:modified>
</coreProperties>
</file>
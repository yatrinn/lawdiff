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2fb77611d7f46a5" /><Relationship Type="http://schemas.openxmlformats.org/officeDocument/2006/relationships/extended-properties" Target="/docProps/app.xml" Id="Rf70f06a5bb694b52" /><Relationship Type="http://schemas.openxmlformats.org/officeDocument/2006/relationships/officeDocument" Target="/ppt/presentation.xml" Id="Re9199860edb14aea" /></Relationships>
</file>

<file path=ppt/presentation.xml><?xml version="1.0" encoding="utf-8"?>
<p:presentation xmlns:p="http://schemas.openxmlformats.org/presentationml/2006/main">
  <p:sldMasterIdLst>
    <p:sldMasterId xmlns:r="http://schemas.openxmlformats.org/officeDocument/2006/relationships" id="2147483648" r:id="R46ae6203171e483a"/>
  </p:sldMasterIdLst>
  <p:notesMasterIdLst>
    <p:notesMasterId xmlns:r="http://schemas.openxmlformats.org/officeDocument/2006/relationships" r:id="R6d68902b8d7841e5"/>
  </p:notesMasterIdLst>
  <p:sldIdLst>
    <p:sldId xmlns:r="http://schemas.openxmlformats.org/officeDocument/2006/relationships" id="256" r:id="R5b388af64eda4204"/>
    <p:sldId xmlns:r="http://schemas.openxmlformats.org/officeDocument/2006/relationships" id="257" r:id="R715f20efbf7a4f3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00c6b8ef3384e4d" /><Relationship Type="http://schemas.openxmlformats.org/officeDocument/2006/relationships/slideMaster" Target="/ppt/slideMasters/slideMaster1.xml" Id="R46ae6203171e483a" /><Relationship Type="http://schemas.openxmlformats.org/officeDocument/2006/relationships/notesMaster" Target="/ppt/notesMasters/notesMaster1.xml" Id="R6d68902b8d7841e5" /><Relationship Type="http://schemas.openxmlformats.org/officeDocument/2006/relationships/presProps" Target="/ppt/presProps.xml" Id="R187bb504998646b6" /><Relationship Type="http://schemas.openxmlformats.org/officeDocument/2006/relationships/tableStyles" Target="/ppt/tableStyles.xml" Id="R323adf3894574e9a" /><Relationship Type="http://schemas.openxmlformats.org/officeDocument/2006/relationships/slide" Target="/ppt/slides/slide1.xml" Id="R5b388af64eda4204" /><Relationship Type="http://schemas.openxmlformats.org/officeDocument/2006/relationships/slide" Target="/ppt/slides/slide2.xml" Id="R715f20efbf7a4f3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13e1cbd6d6d46f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LawDiff">
      <a:dk1>
        <a:srgbClr val="000000"/>
      </a:dk1>
      <a:lt1>
        <a:srgbClr val="FFFFFF"/>
      </a:lt1>
      <a:dk2>
        <a:srgbClr val="17191D"/>
      </a:dk2>
      <a:lt2>
        <a:srgbClr val="F7F8FB"/>
      </a:lt2>
      <a:accent1>
        <a:srgbClr val="155DE9"/>
      </a:accent1>
      <a:accent2>
        <a:srgbClr val="17191D"/>
      </a:accent2>
      <a:accent3>
        <a:srgbClr val="657080"/>
      </a:accent3>
      <a:accent4>
        <a:srgbClr val="A87512"/>
      </a:accent4>
      <a:accent5>
        <a:srgbClr val="37475F"/>
      </a:accent5>
      <a:accent6>
        <a:srgbClr val="697792"/>
      </a:accent6>
      <a:hlink>
        <a:srgbClr val="155DE9"/>
      </a:hlink>
      <a:folHlink>
        <a:srgbClr val="155DE9"/>
      </a:folHlink>
    </a:clrScheme>
    <a:fontScheme name="Office">
      <a:majorFont>
        <a:latin typeface="Calibri Light"/>
        <a:ea typeface="Calibri Light"/>
        <a:cs typeface="Calibri Light"/>
      </a:majorFont>
      <a:minorFont>
        <a:latin typeface="Calibri"/>
        <a:ea typeface="Calibri"/>
        <a:cs typeface="Calibri"/>
      </a:minorFont>
    </a:fontScheme>
    <a:fmtScheme name="LawDi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93031ad996e49ae" /><Relationship Type="http://schemas.openxmlformats.org/officeDocument/2006/relationships/notesMaster" Target="/ppt/notesMasters/notesMaster1.xml" Id="Re230b9c87fd64b39" /></Relationships>
</file>

<file path=ppt/notesSlides/_rels/notesSlide2.xml.rels>&#65279;<?xml version="1.0" encoding="utf-8"?><Relationships xmlns="http://schemas.openxmlformats.org/package/2006/relationships"><Relationship Type="http://schemas.openxmlformats.org/officeDocument/2006/relationships/slide" Target="/ppt/slides/slide2.xml" Id="R6e3ac51349fc46d3" /><Relationship Type="http://schemas.openxmlformats.org/officeDocument/2006/relationships/notesMaster" Target="/ppt/notesMasters/notesMaster1.xml" Id="R2df5b6b5906944e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housing rule changes. Someone then has to connect a legal text to a portfolio: which buildings matter, which date matters, and which facts are missing? LawDiff brings that review into one workspace.</a:t>
            </a:r>
          </a:p>
          <a:p xmlns:a="http://schemas.openxmlformats.org/drawingml/2006/main">
            <a:r>
              <a:t/>
            </a:r>
          </a:p>
          <a:p xmlns:a="http://schemas.openxmlformats.org/drawingml/2006/main">
            <a:r>
              <a:t>Each mark is one address in the supplied sample. Here is New Jersey’s FAIR Act. It has been enacted, but on this date it is not yet effective. Move to July 2027. The extracted statewide rule now covers the 140 New Jersey addresses. That means the rule belongs in their review, not that any owner has violated it. The original passage stays one click away.</a:t>
            </a:r>
          </a:p>
          <a:p xmlns:a="http://schemas.openxmlformats.org/drawingml/2006/main">
            <a:r>
              <a:t/>
            </a:r>
          </a:p>
          <a:p xmlns:a="http://schemas.openxmlformats.org/drawingml/2006/main">
            <a:r>
              <a:t>Now a separate Los Angeles case. This building was constructed in 1978. The year alone cannot establish the exact occupancy-date condition. LawDiff shows the condition and the missing evidence together. I add a hypothetical date, visibly labeled as a simulation. That branch resolves. Other exemption questions remain unknown. The rights card shares the original-data answer and sources, while keeping my simulation out of the shared result.</a:t>
            </a:r>
          </a:p>
          <a:p xmlns:a="http://schemas.openxmlformats.org/drawingml/2006/main">
            <a:r>
              <a:t/>
            </a:r>
          </a:p>
          <a:p xmlns:a="http://schemas.openxmlformats.org/drawingml/2006/main">
            <a:r>
              <a:t>Sources: public/data/catalog.json (500 supplied addresses: CA250, NJ140, MA110); public/data/rule-pack.json and changes T3; D069 https://pub.njleg.state.nj.us/Bills/2026/AL26/43_.HTM. Each plotted mark represents one supplied address. Positions are illustrative groupings, not geographic coordinates. Blue means the extracted statewide rule is in scope on July2,2027, not a finding that an owner violated it. The LA certificate input in the live demo is a visibly labeled simulation that resolves one branch only. Speaker flow is designed to switch from this slide to the live 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technical foundation separates interpretation from execution. Codex extracted structured candidates from supplied source text. A shared engine runs the same conditions in the browser and the submission exports. Source checks and targeted tests catch specific errors; they do not certify the legal interpretation. Missing sources and unresolved geographic matches stay visible. We report internal test results without inventing an official score.</a:t>
            </a:r>
          </a:p>
          <a:p xmlns:a="http://schemas.openxmlformats.org/drawingml/2006/main">
            <a:r>
              <a:t/>
            </a:r>
          </a:p>
          <a:p xmlns:a="http://schemas.openxmlformats.org/drawingml/2006/main">
            <a:r>
              <a:t>Our buyer hypothesis is a compliance team or property-software provider handling buildings across multiple jurisdictions. The first commercial scope would be narrow: reviewed changes for a defined portfolio, delivered as an integration and a review queue. We have not yet validated customer demand or pricing.</a:t>
            </a:r>
          </a:p>
          <a:p xmlns:a="http://schemas.openxmlformats.org/drawingml/2006/main">
            <a:r>
              <a:t/>
            </a:r>
          </a:p>
          <a:p xmlns:a="http://schemas.openxmlformats.org/drawingml/2006/main">
            <a:r>
              <a:t>The next milestone is an expert-reviewed pilot. We would measure missed applicable rules, unsupported conclusions, time needed to resolve an open case, and whether the customer would pay for the workflow. Expansion comes after that evidence.</a:t>
            </a:r>
          </a:p>
          <a:p xmlns:a="http://schemas.openxmlformats.org/drawingml/2006/main">
            <a:r>
              <a:t/>
            </a:r>
          </a:p>
          <a:p xmlns:a="http://schemas.openxmlformats.org/drawingml/2006/main">
            <a:r>
              <a:t>LawDiff makes one promise you can inspect: see the change, follow the source, and understand what is still missing.</a:t>
            </a:r>
          </a:p>
          <a:p xmlns:a="http://schemas.openxmlformats.org/drawingml/2006/main">
            <a:r>
              <a:t/>
            </a:r>
          </a:p>
          <a:p xmlns:a="http://schemas.openxmlformats.org/drawingml/2006/main">
            <a:r>
              <a:t>Sources: public/data/rule-pack.json, public/data/catalog.json, source-span validation and internal test artifacts from the October3,2026 build. The58 records include one failed proposal labeled organizer_test_status and sourced to O001 (organizer dev/change_tests.json), not an independently acquired court record. The152 count is exact primary plus supplemental quotation matches. Geographic matches are Census/TIGER-derived matches and are not a measured accuracy percentage. The rule candidates are Codex-assisted; do not claim an external API extraction unless an actual run log supports that statement. Buyer, API offering, pilot and pricing are hypotheses, not current customers or validated demand. No claim of organizational endorsement from Studieren ohne Grenzen. Exact quotations support review; they do not certify interpretation. Public demo: https://yatrinn.github.io/lawdiff/ . Public repository: https://github.com/yatrinn/lawdiff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8d82b1680649b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24d6cab978141bd" /><Relationship Type="http://schemas.openxmlformats.org/officeDocument/2006/relationships/slideLayout" Target="/ppt/slideLayouts/slideLayout1.xml" Id="R6a6cebd90a29441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6cebd90a29441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LawDiff">
      <a:dk1>
        <a:srgbClr val="000000"/>
      </a:dk1>
      <a:lt1>
        <a:srgbClr val="FFFFFF"/>
      </a:lt1>
      <a:dk2>
        <a:srgbClr val="17191D"/>
      </a:dk2>
      <a:lt2>
        <a:srgbClr val="F7F8FB"/>
      </a:lt2>
      <a:accent1>
        <a:srgbClr val="155DE9"/>
      </a:accent1>
      <a:accent2>
        <a:srgbClr val="17191D"/>
      </a:accent2>
      <a:accent3>
        <a:srgbClr val="657080"/>
      </a:accent3>
      <a:accent4>
        <a:srgbClr val="A87512"/>
      </a:accent4>
      <a:accent5>
        <a:srgbClr val="37475F"/>
      </a:accent5>
      <a:accent6>
        <a:srgbClr val="697792"/>
      </a:accent6>
      <a:hlink>
        <a:srgbClr val="155DE9"/>
      </a:hlink>
      <a:folHlink>
        <a:srgbClr val="155DE9"/>
      </a:folHlink>
    </a:clrScheme>
    <a:fontScheme name="Office">
      <a:majorFont>
        <a:latin typeface="Calibri Light"/>
        <a:ea typeface="Calibri Light"/>
        <a:cs typeface="Calibri Light"/>
      </a:majorFont>
      <a:minorFont>
        <a:latin typeface="Calibri"/>
        <a:ea typeface="Calibri"/>
        <a:cs typeface="Calibri"/>
      </a:minorFont>
    </a:fontScheme>
    <a:fmtScheme name="LawDi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2eac7104f6b435b" /><Relationship Type="http://schemas.openxmlformats.org/officeDocument/2006/relationships/chart" Target="/ppt/slides/charts/chart1.xml" Id="R5bdcacd2d56f41a2" /><Relationship Type="http://schemas.openxmlformats.org/officeDocument/2006/relationships/notesSlide" Target="/ppt/notesSlides/notesSlide1.xml" Id="R4ef52cfe622f497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7dbcb7f58a9439f" /><Relationship Type="http://schemas.openxmlformats.org/officeDocument/2006/relationships/notesSlide" Target="/ppt/notesSlides/notesSlide2.xml" Id="R4863ff657c724f4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marker"/>
        <c:ser>
          <c:idx val="0"/>
          <c:order val="0"/>
          <c:tx>
            <c:v>California</c:v>
          </c:tx>
          <c:spPr>
            <a:solidFill xmlns:a="http://schemas.openxmlformats.org/drawingml/2006/main">
              <a:srgbClr val="CFD5DE"/>
            </a:solidFill>
            <a:ln xmlns:a="http://schemas.openxmlformats.org/drawingml/2006/main" w="0">
              <a:noFill/>
            </a:ln>
          </c:spPr>
          <c:marker>
            <c:symbol val="circle"/>
            <c:size val="5"/>
            <c:spPr>
              <a:noFill xmlns:a="http://schemas.openxmlformats.org/drawingml/2006/main"/>
            </c:spPr>
          </c:marker>
          <c:xVal>
            <c:numRef>
              <c:f>'Chart Data'!$A$2:$A$251</c:f>
              <c:numCache>
                <c:formatCode>General</c:formatCode>
                <c:ptCount val="250"/>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0</c:v>
                </c:pt>
                <c:pt idx="26">
                  <c:v>1</c:v>
                </c:pt>
                <c:pt idx="27">
                  <c:v>2</c:v>
                </c:pt>
                <c:pt idx="28">
                  <c:v>3</c:v>
                </c:pt>
                <c:pt idx="29">
                  <c:v>4</c:v>
                </c:pt>
                <c:pt idx="30">
                  <c:v>5</c:v>
                </c:pt>
                <c:pt idx="31">
                  <c:v>6</c:v>
                </c:pt>
                <c:pt idx="32">
                  <c:v>7</c:v>
                </c:pt>
                <c:pt idx="33">
                  <c:v>8</c:v>
                </c:pt>
                <c:pt idx="34">
                  <c:v>9</c:v>
                </c:pt>
                <c:pt idx="35">
                  <c:v>10</c:v>
                </c:pt>
                <c:pt idx="36">
                  <c:v>11</c:v>
                </c:pt>
                <c:pt idx="37">
                  <c:v>12</c:v>
                </c:pt>
                <c:pt idx="38">
                  <c:v>13</c:v>
                </c:pt>
                <c:pt idx="39">
                  <c:v>14</c:v>
                </c:pt>
                <c:pt idx="40">
                  <c:v>15</c:v>
                </c:pt>
                <c:pt idx="41">
                  <c:v>16</c:v>
                </c:pt>
                <c:pt idx="42">
                  <c:v>17</c:v>
                </c:pt>
                <c:pt idx="43">
                  <c:v>18</c:v>
                </c:pt>
                <c:pt idx="44">
                  <c:v>19</c:v>
                </c:pt>
                <c:pt idx="45">
                  <c:v>20</c:v>
                </c:pt>
                <c:pt idx="46">
                  <c:v>21</c:v>
                </c:pt>
                <c:pt idx="47">
                  <c:v>22</c:v>
                </c:pt>
                <c:pt idx="48">
                  <c:v>23</c:v>
                </c:pt>
                <c:pt idx="49">
                  <c:v>24</c:v>
                </c:pt>
                <c:pt idx="50">
                  <c:v>0</c:v>
                </c:pt>
                <c:pt idx="51">
                  <c:v>1</c:v>
                </c:pt>
                <c:pt idx="52">
                  <c:v>2</c:v>
                </c:pt>
                <c:pt idx="53">
                  <c:v>3</c:v>
                </c:pt>
                <c:pt idx="54">
                  <c:v>4</c:v>
                </c:pt>
                <c:pt idx="55">
                  <c:v>5</c:v>
                </c:pt>
                <c:pt idx="56">
                  <c:v>6</c:v>
                </c:pt>
                <c:pt idx="57">
                  <c:v>7</c:v>
                </c:pt>
                <c:pt idx="58">
                  <c:v>8</c:v>
                </c:pt>
                <c:pt idx="59">
                  <c:v>9</c:v>
                </c:pt>
                <c:pt idx="60">
                  <c:v>10</c:v>
                </c:pt>
                <c:pt idx="61">
                  <c:v>11</c:v>
                </c:pt>
                <c:pt idx="62">
                  <c:v>12</c:v>
                </c:pt>
                <c:pt idx="63">
                  <c:v>13</c:v>
                </c:pt>
                <c:pt idx="64">
                  <c:v>14</c:v>
                </c:pt>
                <c:pt idx="65">
                  <c:v>15</c:v>
                </c:pt>
                <c:pt idx="66">
                  <c:v>16</c:v>
                </c:pt>
                <c:pt idx="67">
                  <c:v>17</c:v>
                </c:pt>
                <c:pt idx="68">
                  <c:v>18</c:v>
                </c:pt>
                <c:pt idx="69">
                  <c:v>19</c:v>
                </c:pt>
                <c:pt idx="70">
                  <c:v>20</c:v>
                </c:pt>
                <c:pt idx="71">
                  <c:v>21</c:v>
                </c:pt>
                <c:pt idx="72">
                  <c:v>22</c:v>
                </c:pt>
                <c:pt idx="73">
                  <c:v>23</c:v>
                </c:pt>
                <c:pt idx="74">
                  <c:v>24</c:v>
                </c:pt>
                <c:pt idx="75">
                  <c:v>0</c:v>
                </c:pt>
                <c:pt idx="76">
                  <c:v>1</c:v>
                </c:pt>
                <c:pt idx="77">
                  <c:v>2</c:v>
                </c:pt>
                <c:pt idx="78">
                  <c:v>3</c:v>
                </c:pt>
                <c:pt idx="79">
                  <c:v>4</c:v>
                </c:pt>
                <c:pt idx="80">
                  <c:v>5</c:v>
                </c:pt>
                <c:pt idx="81">
                  <c:v>6</c:v>
                </c:pt>
                <c:pt idx="82">
                  <c:v>7</c:v>
                </c:pt>
                <c:pt idx="83">
                  <c:v>8</c:v>
                </c:pt>
                <c:pt idx="84">
                  <c:v>9</c:v>
                </c:pt>
                <c:pt idx="85">
                  <c:v>10</c:v>
                </c:pt>
                <c:pt idx="86">
                  <c:v>11</c:v>
                </c:pt>
                <c:pt idx="87">
                  <c:v>12</c:v>
                </c:pt>
                <c:pt idx="88">
                  <c:v>13</c:v>
                </c:pt>
                <c:pt idx="89">
                  <c:v>14</c:v>
                </c:pt>
                <c:pt idx="90">
                  <c:v>15</c:v>
                </c:pt>
                <c:pt idx="91">
                  <c:v>16</c:v>
                </c:pt>
                <c:pt idx="92">
                  <c:v>17</c:v>
                </c:pt>
                <c:pt idx="93">
                  <c:v>18</c:v>
                </c:pt>
                <c:pt idx="94">
                  <c:v>19</c:v>
                </c:pt>
                <c:pt idx="95">
                  <c:v>20</c:v>
                </c:pt>
                <c:pt idx="96">
                  <c:v>21</c:v>
                </c:pt>
                <c:pt idx="97">
                  <c:v>22</c:v>
                </c:pt>
                <c:pt idx="98">
                  <c:v>23</c:v>
                </c:pt>
                <c:pt idx="99">
                  <c:v>24</c:v>
                </c:pt>
                <c:pt idx="100">
                  <c:v>0</c:v>
                </c:pt>
                <c:pt idx="101">
                  <c:v>1</c:v>
                </c:pt>
                <c:pt idx="102">
                  <c:v>2</c:v>
                </c:pt>
                <c:pt idx="103">
                  <c:v>3</c:v>
                </c:pt>
                <c:pt idx="104">
                  <c:v>4</c:v>
                </c:pt>
                <c:pt idx="105">
                  <c:v>5</c:v>
                </c:pt>
                <c:pt idx="106">
                  <c:v>6</c:v>
                </c:pt>
                <c:pt idx="107">
                  <c:v>7</c:v>
                </c:pt>
                <c:pt idx="108">
                  <c:v>8</c:v>
                </c:pt>
                <c:pt idx="109">
                  <c:v>9</c:v>
                </c:pt>
                <c:pt idx="110">
                  <c:v>10</c:v>
                </c:pt>
                <c:pt idx="111">
                  <c:v>11</c:v>
                </c:pt>
                <c:pt idx="112">
                  <c:v>12</c:v>
                </c:pt>
                <c:pt idx="113">
                  <c:v>13</c:v>
                </c:pt>
                <c:pt idx="114">
                  <c:v>14</c:v>
                </c:pt>
                <c:pt idx="115">
                  <c:v>15</c:v>
                </c:pt>
                <c:pt idx="116">
                  <c:v>16</c:v>
                </c:pt>
                <c:pt idx="117">
                  <c:v>17</c:v>
                </c:pt>
                <c:pt idx="118">
                  <c:v>18</c:v>
                </c:pt>
                <c:pt idx="119">
                  <c:v>19</c:v>
                </c:pt>
                <c:pt idx="120">
                  <c:v>20</c:v>
                </c:pt>
                <c:pt idx="121">
                  <c:v>21</c:v>
                </c:pt>
                <c:pt idx="122">
                  <c:v>22</c:v>
                </c:pt>
                <c:pt idx="123">
                  <c:v>23</c:v>
                </c:pt>
                <c:pt idx="124">
                  <c:v>24</c:v>
                </c:pt>
                <c:pt idx="125">
                  <c:v>0</c:v>
                </c:pt>
                <c:pt idx="126">
                  <c:v>1</c:v>
                </c:pt>
                <c:pt idx="127">
                  <c:v>2</c:v>
                </c:pt>
                <c:pt idx="128">
                  <c:v>3</c:v>
                </c:pt>
                <c:pt idx="129">
                  <c:v>4</c:v>
                </c:pt>
                <c:pt idx="130">
                  <c:v>5</c:v>
                </c:pt>
                <c:pt idx="131">
                  <c:v>6</c:v>
                </c:pt>
                <c:pt idx="132">
                  <c:v>7</c:v>
                </c:pt>
                <c:pt idx="133">
                  <c:v>8</c:v>
                </c:pt>
                <c:pt idx="134">
                  <c:v>9</c:v>
                </c:pt>
                <c:pt idx="135">
                  <c:v>10</c:v>
                </c:pt>
                <c:pt idx="136">
                  <c:v>11</c:v>
                </c:pt>
                <c:pt idx="137">
                  <c:v>12</c:v>
                </c:pt>
                <c:pt idx="138">
                  <c:v>13</c:v>
                </c:pt>
                <c:pt idx="139">
                  <c:v>14</c:v>
                </c:pt>
                <c:pt idx="140">
                  <c:v>15</c:v>
                </c:pt>
                <c:pt idx="141">
                  <c:v>16</c:v>
                </c:pt>
                <c:pt idx="142">
                  <c:v>17</c:v>
                </c:pt>
                <c:pt idx="143">
                  <c:v>18</c:v>
                </c:pt>
                <c:pt idx="144">
                  <c:v>19</c:v>
                </c:pt>
                <c:pt idx="145">
                  <c:v>20</c:v>
                </c:pt>
                <c:pt idx="146">
                  <c:v>21</c:v>
                </c:pt>
                <c:pt idx="147">
                  <c:v>22</c:v>
                </c:pt>
                <c:pt idx="148">
                  <c:v>23</c:v>
                </c:pt>
                <c:pt idx="149">
                  <c:v>24</c:v>
                </c:pt>
                <c:pt idx="150">
                  <c:v>0</c:v>
                </c:pt>
                <c:pt idx="151">
                  <c:v>1</c:v>
                </c:pt>
                <c:pt idx="152">
                  <c:v>2</c:v>
                </c:pt>
                <c:pt idx="153">
                  <c:v>3</c:v>
                </c:pt>
                <c:pt idx="154">
                  <c:v>4</c:v>
                </c:pt>
                <c:pt idx="155">
                  <c:v>5</c:v>
                </c:pt>
                <c:pt idx="156">
                  <c:v>6</c:v>
                </c:pt>
                <c:pt idx="157">
                  <c:v>7</c:v>
                </c:pt>
                <c:pt idx="158">
                  <c:v>8</c:v>
                </c:pt>
                <c:pt idx="159">
                  <c:v>9</c:v>
                </c:pt>
                <c:pt idx="160">
                  <c:v>10</c:v>
                </c:pt>
                <c:pt idx="161">
                  <c:v>11</c:v>
                </c:pt>
                <c:pt idx="162">
                  <c:v>12</c:v>
                </c:pt>
                <c:pt idx="163">
                  <c:v>13</c:v>
                </c:pt>
                <c:pt idx="164">
                  <c:v>14</c:v>
                </c:pt>
                <c:pt idx="165">
                  <c:v>15</c:v>
                </c:pt>
                <c:pt idx="166">
                  <c:v>16</c:v>
                </c:pt>
                <c:pt idx="167">
                  <c:v>17</c:v>
                </c:pt>
                <c:pt idx="168">
                  <c:v>18</c:v>
                </c:pt>
                <c:pt idx="169">
                  <c:v>19</c:v>
                </c:pt>
                <c:pt idx="170">
                  <c:v>20</c:v>
                </c:pt>
                <c:pt idx="171">
                  <c:v>21</c:v>
                </c:pt>
                <c:pt idx="172">
                  <c:v>22</c:v>
                </c:pt>
                <c:pt idx="173">
                  <c:v>23</c:v>
                </c:pt>
                <c:pt idx="174">
                  <c:v>24</c:v>
                </c:pt>
                <c:pt idx="175">
                  <c:v>0</c:v>
                </c:pt>
                <c:pt idx="176">
                  <c:v>1</c:v>
                </c:pt>
                <c:pt idx="177">
                  <c:v>2</c:v>
                </c:pt>
                <c:pt idx="178">
                  <c:v>3</c:v>
                </c:pt>
                <c:pt idx="179">
                  <c:v>4</c:v>
                </c:pt>
                <c:pt idx="180">
                  <c:v>5</c:v>
                </c:pt>
                <c:pt idx="181">
                  <c:v>6</c:v>
                </c:pt>
                <c:pt idx="182">
                  <c:v>7</c:v>
                </c:pt>
                <c:pt idx="183">
                  <c:v>8</c:v>
                </c:pt>
                <c:pt idx="184">
                  <c:v>9</c:v>
                </c:pt>
                <c:pt idx="185">
                  <c:v>10</c:v>
                </c:pt>
                <c:pt idx="186">
                  <c:v>11</c:v>
                </c:pt>
                <c:pt idx="187">
                  <c:v>12</c:v>
                </c:pt>
                <c:pt idx="188">
                  <c:v>13</c:v>
                </c:pt>
                <c:pt idx="189">
                  <c:v>14</c:v>
                </c:pt>
                <c:pt idx="190">
                  <c:v>15</c:v>
                </c:pt>
                <c:pt idx="191">
                  <c:v>16</c:v>
                </c:pt>
                <c:pt idx="192">
                  <c:v>17</c:v>
                </c:pt>
                <c:pt idx="193">
                  <c:v>18</c:v>
                </c:pt>
                <c:pt idx="194">
                  <c:v>19</c:v>
                </c:pt>
                <c:pt idx="195">
                  <c:v>20</c:v>
                </c:pt>
                <c:pt idx="196">
                  <c:v>21</c:v>
                </c:pt>
                <c:pt idx="197">
                  <c:v>22</c:v>
                </c:pt>
                <c:pt idx="198">
                  <c:v>23</c:v>
                </c:pt>
                <c:pt idx="199">
                  <c:v>24</c:v>
                </c:pt>
                <c:pt idx="200">
                  <c:v>0</c:v>
                </c:pt>
                <c:pt idx="201">
                  <c:v>1</c:v>
                </c:pt>
                <c:pt idx="202">
                  <c:v>2</c:v>
                </c:pt>
                <c:pt idx="203">
                  <c:v>3</c:v>
                </c:pt>
                <c:pt idx="204">
                  <c:v>4</c:v>
                </c:pt>
                <c:pt idx="205">
                  <c:v>5</c:v>
                </c:pt>
                <c:pt idx="206">
                  <c:v>6</c:v>
                </c:pt>
                <c:pt idx="207">
                  <c:v>7</c:v>
                </c:pt>
                <c:pt idx="208">
                  <c:v>8</c:v>
                </c:pt>
                <c:pt idx="209">
                  <c:v>9</c:v>
                </c:pt>
                <c:pt idx="210">
                  <c:v>10</c:v>
                </c:pt>
                <c:pt idx="211">
                  <c:v>11</c:v>
                </c:pt>
                <c:pt idx="212">
                  <c:v>12</c:v>
                </c:pt>
                <c:pt idx="213">
                  <c:v>13</c:v>
                </c:pt>
                <c:pt idx="214">
                  <c:v>14</c:v>
                </c:pt>
                <c:pt idx="215">
                  <c:v>15</c:v>
                </c:pt>
                <c:pt idx="216">
                  <c:v>16</c:v>
                </c:pt>
                <c:pt idx="217">
                  <c:v>17</c:v>
                </c:pt>
                <c:pt idx="218">
                  <c:v>18</c:v>
                </c:pt>
                <c:pt idx="219">
                  <c:v>19</c:v>
                </c:pt>
                <c:pt idx="220">
                  <c:v>20</c:v>
                </c:pt>
                <c:pt idx="221">
                  <c:v>21</c:v>
                </c:pt>
                <c:pt idx="222">
                  <c:v>22</c:v>
                </c:pt>
                <c:pt idx="223">
                  <c:v>23</c:v>
                </c:pt>
                <c:pt idx="224">
                  <c:v>24</c:v>
                </c:pt>
                <c:pt idx="225">
                  <c:v>0</c:v>
                </c:pt>
                <c:pt idx="226">
                  <c:v>1</c:v>
                </c:pt>
                <c:pt idx="227">
                  <c:v>2</c:v>
                </c:pt>
                <c:pt idx="228">
                  <c:v>3</c:v>
                </c:pt>
                <c:pt idx="229">
                  <c:v>4</c:v>
                </c:pt>
                <c:pt idx="230">
                  <c:v>5</c:v>
                </c:pt>
                <c:pt idx="231">
                  <c:v>6</c:v>
                </c:pt>
                <c:pt idx="232">
                  <c:v>7</c:v>
                </c:pt>
                <c:pt idx="233">
                  <c:v>8</c:v>
                </c:pt>
                <c:pt idx="234">
                  <c:v>9</c:v>
                </c:pt>
                <c:pt idx="235">
                  <c:v>10</c:v>
                </c:pt>
                <c:pt idx="236">
                  <c:v>11</c:v>
                </c:pt>
                <c:pt idx="237">
                  <c:v>12</c:v>
                </c:pt>
                <c:pt idx="238">
                  <c:v>13</c:v>
                </c:pt>
                <c:pt idx="239">
                  <c:v>14</c:v>
                </c:pt>
                <c:pt idx="240">
                  <c:v>15</c:v>
                </c:pt>
                <c:pt idx="241">
                  <c:v>16</c:v>
                </c:pt>
                <c:pt idx="242">
                  <c:v>17</c:v>
                </c:pt>
                <c:pt idx="243">
                  <c:v>18</c:v>
                </c:pt>
                <c:pt idx="244">
                  <c:v>19</c:v>
                </c:pt>
                <c:pt idx="245">
                  <c:v>20</c:v>
                </c:pt>
                <c:pt idx="246">
                  <c:v>21</c:v>
                </c:pt>
                <c:pt idx="247">
                  <c:v>22</c:v>
                </c:pt>
                <c:pt idx="248">
                  <c:v>23</c:v>
                </c:pt>
                <c:pt idx="249">
                  <c:v>24</c:v>
                </c:pt>
              </c:numCache>
            </c:numRef>
          </c:xVal>
          <c:yVal>
            <c:numRef>
              <c:f>'Chart Data'!$B$2:$B$251</c:f>
              <c:numCache>
                <c:formatCode>General</c:formatCode>
                <c:ptCount val="250"/>
                <c:pt idx="0">
                  <c:v>11</c:v>
                </c:pt>
                <c:pt idx="1">
                  <c:v>11</c:v>
                </c:pt>
                <c:pt idx="2">
                  <c:v>11</c:v>
                </c:pt>
                <c:pt idx="3">
                  <c:v>11</c:v>
                </c:pt>
                <c:pt idx="4">
                  <c:v>11</c:v>
                </c:pt>
                <c:pt idx="5">
                  <c:v>11</c:v>
                </c:pt>
                <c:pt idx="6">
                  <c:v>11</c:v>
                </c:pt>
                <c:pt idx="7">
                  <c:v>11</c:v>
                </c:pt>
                <c:pt idx="8">
                  <c:v>11</c:v>
                </c:pt>
                <c:pt idx="9">
                  <c:v>11</c:v>
                </c:pt>
                <c:pt idx="10">
                  <c:v>11</c:v>
                </c:pt>
                <c:pt idx="11">
                  <c:v>11</c:v>
                </c:pt>
                <c:pt idx="12">
                  <c:v>11</c:v>
                </c:pt>
                <c:pt idx="13">
                  <c:v>11</c:v>
                </c:pt>
                <c:pt idx="14">
                  <c:v>11</c:v>
                </c:pt>
                <c:pt idx="15">
                  <c:v>11</c:v>
                </c:pt>
                <c:pt idx="16">
                  <c:v>11</c:v>
                </c:pt>
                <c:pt idx="17">
                  <c:v>11</c:v>
                </c:pt>
                <c:pt idx="18">
                  <c:v>11</c:v>
                </c:pt>
                <c:pt idx="19">
                  <c:v>11</c:v>
                </c:pt>
                <c:pt idx="20">
                  <c:v>11</c:v>
                </c:pt>
                <c:pt idx="21">
                  <c:v>11</c:v>
                </c:pt>
                <c:pt idx="22">
                  <c:v>11</c:v>
                </c:pt>
                <c:pt idx="23">
                  <c:v>11</c:v>
                </c:pt>
                <c:pt idx="24">
                  <c:v>11</c:v>
                </c:pt>
                <c:pt idx="25">
                  <c:v>10</c:v>
                </c:pt>
                <c:pt idx="26">
                  <c:v>10</c:v>
                </c:pt>
                <c:pt idx="27">
                  <c:v>10</c:v>
                </c:pt>
                <c:pt idx="28">
                  <c:v>10</c:v>
                </c:pt>
                <c:pt idx="29">
                  <c:v>10</c:v>
                </c:pt>
                <c:pt idx="30">
                  <c:v>10</c:v>
                </c:pt>
                <c:pt idx="31">
                  <c:v>10</c:v>
                </c:pt>
                <c:pt idx="32">
                  <c:v>10</c:v>
                </c:pt>
                <c:pt idx="33">
                  <c:v>10</c:v>
                </c:pt>
                <c:pt idx="34">
                  <c:v>10</c:v>
                </c:pt>
                <c:pt idx="35">
                  <c:v>10</c:v>
                </c:pt>
                <c:pt idx="36">
                  <c:v>10</c:v>
                </c:pt>
                <c:pt idx="37">
                  <c:v>10</c:v>
                </c:pt>
                <c:pt idx="38">
                  <c:v>10</c:v>
                </c:pt>
                <c:pt idx="39">
                  <c:v>10</c:v>
                </c:pt>
                <c:pt idx="40">
                  <c:v>10</c:v>
                </c:pt>
                <c:pt idx="41">
                  <c:v>10</c:v>
                </c:pt>
                <c:pt idx="42">
                  <c:v>10</c:v>
                </c:pt>
                <c:pt idx="43">
                  <c:v>10</c:v>
                </c:pt>
                <c:pt idx="44">
                  <c:v>10</c:v>
                </c:pt>
                <c:pt idx="45">
                  <c:v>10</c:v>
                </c:pt>
                <c:pt idx="46">
                  <c:v>10</c:v>
                </c:pt>
                <c:pt idx="47">
                  <c:v>10</c:v>
                </c:pt>
                <c:pt idx="48">
                  <c:v>10</c:v>
                </c:pt>
                <c:pt idx="49">
                  <c:v>10</c:v>
                </c:pt>
                <c:pt idx="50">
                  <c:v>9</c:v>
                </c:pt>
                <c:pt idx="51">
                  <c:v>9</c:v>
                </c:pt>
                <c:pt idx="52">
                  <c:v>9</c:v>
                </c:pt>
                <c:pt idx="53">
                  <c:v>9</c:v>
                </c:pt>
                <c:pt idx="54">
                  <c:v>9</c:v>
                </c:pt>
                <c:pt idx="55">
                  <c:v>9</c:v>
                </c:pt>
                <c:pt idx="56">
                  <c:v>9</c:v>
                </c:pt>
                <c:pt idx="57">
                  <c:v>9</c:v>
                </c:pt>
                <c:pt idx="58">
                  <c:v>9</c:v>
                </c:pt>
                <c:pt idx="59">
                  <c:v>9</c:v>
                </c:pt>
                <c:pt idx="60">
                  <c:v>9</c:v>
                </c:pt>
                <c:pt idx="61">
                  <c:v>9</c:v>
                </c:pt>
                <c:pt idx="62">
                  <c:v>9</c:v>
                </c:pt>
                <c:pt idx="63">
                  <c:v>9</c:v>
                </c:pt>
                <c:pt idx="64">
                  <c:v>9</c:v>
                </c:pt>
                <c:pt idx="65">
                  <c:v>9</c:v>
                </c:pt>
                <c:pt idx="66">
                  <c:v>9</c:v>
                </c:pt>
                <c:pt idx="67">
                  <c:v>9</c:v>
                </c:pt>
                <c:pt idx="68">
                  <c:v>9</c:v>
                </c:pt>
                <c:pt idx="69">
                  <c:v>9</c:v>
                </c:pt>
                <c:pt idx="70">
                  <c:v>9</c:v>
                </c:pt>
                <c:pt idx="71">
                  <c:v>9</c:v>
                </c:pt>
                <c:pt idx="72">
                  <c:v>9</c:v>
                </c:pt>
                <c:pt idx="73">
                  <c:v>9</c:v>
                </c:pt>
                <c:pt idx="74">
                  <c:v>9</c:v>
                </c:pt>
                <c:pt idx="75">
                  <c:v>8</c:v>
                </c:pt>
                <c:pt idx="76">
                  <c:v>8</c:v>
                </c:pt>
                <c:pt idx="77">
                  <c:v>8</c:v>
                </c:pt>
                <c:pt idx="78">
                  <c:v>8</c:v>
                </c:pt>
                <c:pt idx="79">
                  <c:v>8</c:v>
                </c:pt>
                <c:pt idx="80">
                  <c:v>8</c:v>
                </c:pt>
                <c:pt idx="81">
                  <c:v>8</c:v>
                </c:pt>
                <c:pt idx="82">
                  <c:v>8</c:v>
                </c:pt>
                <c:pt idx="83">
                  <c:v>8</c:v>
                </c:pt>
                <c:pt idx="84">
                  <c:v>8</c:v>
                </c:pt>
                <c:pt idx="85">
                  <c:v>8</c:v>
                </c:pt>
                <c:pt idx="86">
                  <c:v>8</c:v>
                </c:pt>
                <c:pt idx="87">
                  <c:v>8</c:v>
                </c:pt>
                <c:pt idx="88">
                  <c:v>8</c:v>
                </c:pt>
                <c:pt idx="89">
                  <c:v>8</c:v>
                </c:pt>
                <c:pt idx="90">
                  <c:v>8</c:v>
                </c:pt>
                <c:pt idx="91">
                  <c:v>8</c:v>
                </c:pt>
                <c:pt idx="92">
                  <c:v>8</c:v>
                </c:pt>
                <c:pt idx="93">
                  <c:v>8</c:v>
                </c:pt>
                <c:pt idx="94">
                  <c:v>8</c:v>
                </c:pt>
                <c:pt idx="95">
                  <c:v>8</c:v>
                </c:pt>
                <c:pt idx="96">
                  <c:v>8</c:v>
                </c:pt>
                <c:pt idx="97">
                  <c:v>8</c:v>
                </c:pt>
                <c:pt idx="98">
                  <c:v>8</c:v>
                </c:pt>
                <c:pt idx="99">
                  <c:v>8</c:v>
                </c:pt>
                <c:pt idx="100">
                  <c:v>7</c:v>
                </c:pt>
                <c:pt idx="101">
                  <c:v>7</c:v>
                </c:pt>
                <c:pt idx="102">
                  <c:v>7</c:v>
                </c:pt>
                <c:pt idx="103">
                  <c:v>7</c:v>
                </c:pt>
                <c:pt idx="104">
                  <c:v>7</c:v>
                </c:pt>
                <c:pt idx="105">
                  <c:v>7</c:v>
                </c:pt>
                <c:pt idx="106">
                  <c:v>7</c:v>
                </c:pt>
                <c:pt idx="107">
                  <c:v>7</c:v>
                </c:pt>
                <c:pt idx="108">
                  <c:v>7</c:v>
                </c:pt>
                <c:pt idx="109">
                  <c:v>7</c:v>
                </c:pt>
                <c:pt idx="110">
                  <c:v>7</c:v>
                </c:pt>
                <c:pt idx="111">
                  <c:v>7</c:v>
                </c:pt>
                <c:pt idx="112">
                  <c:v>7</c:v>
                </c:pt>
                <c:pt idx="113">
                  <c:v>7</c:v>
                </c:pt>
                <c:pt idx="114">
                  <c:v>7</c:v>
                </c:pt>
                <c:pt idx="115">
                  <c:v>7</c:v>
                </c:pt>
                <c:pt idx="116">
                  <c:v>7</c:v>
                </c:pt>
                <c:pt idx="117">
                  <c:v>7</c:v>
                </c:pt>
                <c:pt idx="118">
                  <c:v>7</c:v>
                </c:pt>
                <c:pt idx="119">
                  <c:v>7</c:v>
                </c:pt>
                <c:pt idx="120">
                  <c:v>7</c:v>
                </c:pt>
                <c:pt idx="121">
                  <c:v>7</c:v>
                </c:pt>
                <c:pt idx="122">
                  <c:v>7</c:v>
                </c:pt>
                <c:pt idx="123">
                  <c:v>7</c:v>
                </c:pt>
                <c:pt idx="124">
                  <c:v>7</c:v>
                </c:pt>
                <c:pt idx="125">
                  <c:v>6</c:v>
                </c:pt>
                <c:pt idx="126">
                  <c:v>6</c:v>
                </c:pt>
                <c:pt idx="127">
                  <c:v>6</c:v>
                </c:pt>
                <c:pt idx="128">
                  <c:v>6</c:v>
                </c:pt>
                <c:pt idx="129">
                  <c:v>6</c:v>
                </c:pt>
                <c:pt idx="130">
                  <c:v>6</c:v>
                </c:pt>
                <c:pt idx="131">
                  <c:v>6</c:v>
                </c:pt>
                <c:pt idx="132">
                  <c:v>6</c:v>
                </c:pt>
                <c:pt idx="133">
                  <c:v>6</c:v>
                </c:pt>
                <c:pt idx="134">
                  <c:v>6</c:v>
                </c:pt>
                <c:pt idx="135">
                  <c:v>6</c:v>
                </c:pt>
                <c:pt idx="136">
                  <c:v>6</c:v>
                </c:pt>
                <c:pt idx="137">
                  <c:v>6</c:v>
                </c:pt>
                <c:pt idx="138">
                  <c:v>6</c:v>
                </c:pt>
                <c:pt idx="139">
                  <c:v>6</c:v>
                </c:pt>
                <c:pt idx="140">
                  <c:v>6</c:v>
                </c:pt>
                <c:pt idx="141">
                  <c:v>6</c:v>
                </c:pt>
                <c:pt idx="142">
                  <c:v>6</c:v>
                </c:pt>
                <c:pt idx="143">
                  <c:v>6</c:v>
                </c:pt>
                <c:pt idx="144">
                  <c:v>6</c:v>
                </c:pt>
                <c:pt idx="145">
                  <c:v>6</c:v>
                </c:pt>
                <c:pt idx="146">
                  <c:v>6</c:v>
                </c:pt>
                <c:pt idx="147">
                  <c:v>6</c:v>
                </c:pt>
                <c:pt idx="148">
                  <c:v>6</c:v>
                </c:pt>
                <c:pt idx="149">
                  <c:v>6</c:v>
                </c:pt>
                <c:pt idx="150">
                  <c:v>5</c:v>
                </c:pt>
                <c:pt idx="151">
                  <c:v>5</c:v>
                </c:pt>
                <c:pt idx="152">
                  <c:v>5</c:v>
                </c:pt>
                <c:pt idx="153">
                  <c:v>5</c:v>
                </c:pt>
                <c:pt idx="154">
                  <c:v>5</c:v>
                </c:pt>
                <c:pt idx="155">
                  <c:v>5</c:v>
                </c:pt>
                <c:pt idx="156">
                  <c:v>5</c:v>
                </c:pt>
                <c:pt idx="157">
                  <c:v>5</c:v>
                </c:pt>
                <c:pt idx="158">
                  <c:v>5</c:v>
                </c:pt>
                <c:pt idx="159">
                  <c:v>5</c:v>
                </c:pt>
                <c:pt idx="160">
                  <c:v>5</c:v>
                </c:pt>
                <c:pt idx="161">
                  <c:v>5</c:v>
                </c:pt>
                <c:pt idx="162">
                  <c:v>5</c:v>
                </c:pt>
                <c:pt idx="163">
                  <c:v>5</c:v>
                </c:pt>
                <c:pt idx="164">
                  <c:v>5</c:v>
                </c:pt>
                <c:pt idx="165">
                  <c:v>5</c:v>
                </c:pt>
                <c:pt idx="166">
                  <c:v>5</c:v>
                </c:pt>
                <c:pt idx="167">
                  <c:v>5</c:v>
                </c:pt>
                <c:pt idx="168">
                  <c:v>5</c:v>
                </c:pt>
                <c:pt idx="169">
                  <c:v>5</c:v>
                </c:pt>
                <c:pt idx="170">
                  <c:v>5</c:v>
                </c:pt>
                <c:pt idx="171">
                  <c:v>5</c:v>
                </c:pt>
                <c:pt idx="172">
                  <c:v>5</c:v>
                </c:pt>
                <c:pt idx="173">
                  <c:v>5</c:v>
                </c:pt>
                <c:pt idx="174">
                  <c:v>5</c:v>
                </c:pt>
                <c:pt idx="175">
                  <c:v>4</c:v>
                </c:pt>
                <c:pt idx="176">
                  <c:v>4</c:v>
                </c:pt>
                <c:pt idx="177">
                  <c:v>4</c:v>
                </c:pt>
                <c:pt idx="178">
                  <c:v>4</c:v>
                </c:pt>
                <c:pt idx="179">
                  <c:v>4</c:v>
                </c:pt>
                <c:pt idx="180">
                  <c:v>4</c:v>
                </c:pt>
                <c:pt idx="181">
                  <c:v>4</c:v>
                </c:pt>
                <c:pt idx="182">
                  <c:v>4</c:v>
                </c:pt>
                <c:pt idx="183">
                  <c:v>4</c:v>
                </c:pt>
                <c:pt idx="184">
                  <c:v>4</c:v>
                </c:pt>
                <c:pt idx="185">
                  <c:v>4</c:v>
                </c:pt>
                <c:pt idx="186">
                  <c:v>4</c:v>
                </c:pt>
                <c:pt idx="187">
                  <c:v>4</c:v>
                </c:pt>
                <c:pt idx="188">
                  <c:v>4</c:v>
                </c:pt>
                <c:pt idx="189">
                  <c:v>4</c:v>
                </c:pt>
                <c:pt idx="190">
                  <c:v>4</c:v>
                </c:pt>
                <c:pt idx="191">
                  <c:v>4</c:v>
                </c:pt>
                <c:pt idx="192">
                  <c:v>4</c:v>
                </c:pt>
                <c:pt idx="193">
                  <c:v>4</c:v>
                </c:pt>
                <c:pt idx="194">
                  <c:v>4</c:v>
                </c:pt>
                <c:pt idx="195">
                  <c:v>4</c:v>
                </c:pt>
                <c:pt idx="196">
                  <c:v>4</c:v>
                </c:pt>
                <c:pt idx="197">
                  <c:v>4</c:v>
                </c:pt>
                <c:pt idx="198">
                  <c:v>4</c:v>
                </c:pt>
                <c:pt idx="199">
                  <c:v>4</c:v>
                </c:pt>
                <c:pt idx="200">
                  <c:v>3</c:v>
                </c:pt>
                <c:pt idx="201">
                  <c:v>3</c:v>
                </c:pt>
                <c:pt idx="202">
                  <c:v>3</c:v>
                </c:pt>
                <c:pt idx="203">
                  <c:v>3</c:v>
                </c:pt>
                <c:pt idx="204">
                  <c:v>3</c:v>
                </c:pt>
                <c:pt idx="205">
                  <c:v>3</c:v>
                </c:pt>
                <c:pt idx="206">
                  <c:v>3</c:v>
                </c:pt>
                <c:pt idx="207">
                  <c:v>3</c:v>
                </c:pt>
                <c:pt idx="208">
                  <c:v>3</c:v>
                </c:pt>
                <c:pt idx="209">
                  <c:v>3</c:v>
                </c:pt>
                <c:pt idx="210">
                  <c:v>3</c:v>
                </c:pt>
                <c:pt idx="211">
                  <c:v>3</c:v>
                </c:pt>
                <c:pt idx="212">
                  <c:v>3</c:v>
                </c:pt>
                <c:pt idx="213">
                  <c:v>3</c:v>
                </c:pt>
                <c:pt idx="214">
                  <c:v>3</c:v>
                </c:pt>
                <c:pt idx="215">
                  <c:v>3</c:v>
                </c:pt>
                <c:pt idx="216">
                  <c:v>3</c:v>
                </c:pt>
                <c:pt idx="217">
                  <c:v>3</c:v>
                </c:pt>
                <c:pt idx="218">
                  <c:v>3</c:v>
                </c:pt>
                <c:pt idx="219">
                  <c:v>3</c:v>
                </c:pt>
                <c:pt idx="220">
                  <c:v>3</c:v>
                </c:pt>
                <c:pt idx="221">
                  <c:v>3</c:v>
                </c:pt>
                <c:pt idx="222">
                  <c:v>3</c:v>
                </c:pt>
                <c:pt idx="223">
                  <c:v>3</c:v>
                </c:pt>
                <c:pt idx="224">
                  <c:v>3</c:v>
                </c:pt>
                <c:pt idx="225">
                  <c:v>2</c:v>
                </c:pt>
                <c:pt idx="226">
                  <c:v>2</c:v>
                </c:pt>
                <c:pt idx="227">
                  <c:v>2</c:v>
                </c:pt>
                <c:pt idx="228">
                  <c:v>2</c:v>
                </c:pt>
                <c:pt idx="229">
                  <c:v>2</c:v>
                </c:pt>
                <c:pt idx="230">
                  <c:v>2</c:v>
                </c:pt>
                <c:pt idx="231">
                  <c:v>2</c:v>
                </c:pt>
                <c:pt idx="232">
                  <c:v>2</c:v>
                </c:pt>
                <c:pt idx="233">
                  <c:v>2</c:v>
                </c:pt>
                <c:pt idx="234">
                  <c:v>2</c:v>
                </c:pt>
                <c:pt idx="235">
                  <c:v>2</c:v>
                </c:pt>
                <c:pt idx="236">
                  <c:v>2</c:v>
                </c:pt>
                <c:pt idx="237">
                  <c:v>2</c:v>
                </c:pt>
                <c:pt idx="238">
                  <c:v>2</c:v>
                </c:pt>
                <c:pt idx="239">
                  <c:v>2</c:v>
                </c:pt>
                <c:pt idx="240">
                  <c:v>2</c:v>
                </c:pt>
                <c:pt idx="241">
                  <c:v>2</c:v>
                </c:pt>
                <c:pt idx="242">
                  <c:v>2</c:v>
                </c:pt>
                <c:pt idx="243">
                  <c:v>2</c:v>
                </c:pt>
                <c:pt idx="244">
                  <c:v>2</c:v>
                </c:pt>
                <c:pt idx="245">
                  <c:v>2</c:v>
                </c:pt>
                <c:pt idx="246">
                  <c:v>2</c:v>
                </c:pt>
                <c:pt idx="247">
                  <c:v>2</c:v>
                </c:pt>
                <c:pt idx="248">
                  <c:v>2</c:v>
                </c:pt>
                <c:pt idx="249">
                  <c:v>2</c:v>
                </c:pt>
              </c:numCache>
            </c:numRef>
          </c:yVal>
        </c:ser>
        <c:ser>
          <c:idx val="1"/>
          <c:order val="1"/>
          <c:tx>
            <c:v>New Jersey</c:v>
          </c:tx>
          <c:spPr>
            <a:solidFill xmlns:a="http://schemas.openxmlformats.org/drawingml/2006/main">
              <a:srgbClr val="155DE9"/>
            </a:solidFill>
            <a:ln xmlns:a="http://schemas.openxmlformats.org/drawingml/2006/main" w="0">
              <a:noFill/>
            </a:ln>
          </c:spPr>
          <c:marker>
            <c:symbol val="circle"/>
            <c:size val="5"/>
            <c:spPr>
              <a:noFill xmlns:a="http://schemas.openxmlformats.org/drawingml/2006/main"/>
            </c:spPr>
          </c:marker>
          <c:xVal>
            <c:numRef>
              <c:f>'Chart Data'!$C$2:$C$141</c:f>
              <c:numCache>
                <c:formatCode>General</c:formatCode>
                <c:ptCount val="140"/>
                <c:pt idx="0">
                  <c:v>29</c:v>
                </c:pt>
                <c:pt idx="1">
                  <c:v>30</c:v>
                </c:pt>
                <c:pt idx="2">
                  <c:v>31</c:v>
                </c:pt>
                <c:pt idx="3">
                  <c:v>32</c:v>
                </c:pt>
                <c:pt idx="4">
                  <c:v>33</c:v>
                </c:pt>
                <c:pt idx="5">
                  <c:v>34</c:v>
                </c:pt>
                <c:pt idx="6">
                  <c:v>35</c:v>
                </c:pt>
                <c:pt idx="7">
                  <c:v>36</c:v>
                </c:pt>
                <c:pt idx="8">
                  <c:v>37</c:v>
                </c:pt>
                <c:pt idx="9">
                  <c:v>38</c:v>
                </c:pt>
                <c:pt idx="10">
                  <c:v>39</c:v>
                </c:pt>
                <c:pt idx="11">
                  <c:v>40</c:v>
                </c:pt>
                <c:pt idx="12">
                  <c:v>41</c:v>
                </c:pt>
                <c:pt idx="13">
                  <c:v>42</c:v>
                </c:pt>
                <c:pt idx="14">
                  <c:v>29</c:v>
                </c:pt>
                <c:pt idx="15">
                  <c:v>30</c:v>
                </c:pt>
                <c:pt idx="16">
                  <c:v>31</c:v>
                </c:pt>
                <c:pt idx="17">
                  <c:v>32</c:v>
                </c:pt>
                <c:pt idx="18">
                  <c:v>33</c:v>
                </c:pt>
                <c:pt idx="19">
                  <c:v>34</c:v>
                </c:pt>
                <c:pt idx="20">
                  <c:v>35</c:v>
                </c:pt>
                <c:pt idx="21">
                  <c:v>36</c:v>
                </c:pt>
                <c:pt idx="22">
                  <c:v>37</c:v>
                </c:pt>
                <c:pt idx="23">
                  <c:v>38</c:v>
                </c:pt>
                <c:pt idx="24">
                  <c:v>39</c:v>
                </c:pt>
                <c:pt idx="25">
                  <c:v>40</c:v>
                </c:pt>
                <c:pt idx="26">
                  <c:v>41</c:v>
                </c:pt>
                <c:pt idx="27">
                  <c:v>42</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29</c:v>
                </c:pt>
                <c:pt idx="43">
                  <c:v>30</c:v>
                </c:pt>
                <c:pt idx="44">
                  <c:v>31</c:v>
                </c:pt>
                <c:pt idx="45">
                  <c:v>32</c:v>
                </c:pt>
                <c:pt idx="46">
                  <c:v>33</c:v>
                </c:pt>
                <c:pt idx="47">
                  <c:v>34</c:v>
                </c:pt>
                <c:pt idx="48">
                  <c:v>35</c:v>
                </c:pt>
                <c:pt idx="49">
                  <c:v>36</c:v>
                </c:pt>
                <c:pt idx="50">
                  <c:v>37</c:v>
                </c:pt>
                <c:pt idx="51">
                  <c:v>38</c:v>
                </c:pt>
                <c:pt idx="52">
                  <c:v>39</c:v>
                </c:pt>
                <c:pt idx="53">
                  <c:v>40</c:v>
                </c:pt>
                <c:pt idx="54">
                  <c:v>41</c:v>
                </c:pt>
                <c:pt idx="55">
                  <c:v>42</c:v>
                </c:pt>
                <c:pt idx="56">
                  <c:v>29</c:v>
                </c:pt>
                <c:pt idx="57">
                  <c:v>30</c:v>
                </c:pt>
                <c:pt idx="58">
                  <c:v>31</c:v>
                </c:pt>
                <c:pt idx="59">
                  <c:v>32</c:v>
                </c:pt>
                <c:pt idx="60">
                  <c:v>33</c:v>
                </c:pt>
                <c:pt idx="61">
                  <c:v>34</c:v>
                </c:pt>
                <c:pt idx="62">
                  <c:v>35</c:v>
                </c:pt>
                <c:pt idx="63">
                  <c:v>36</c:v>
                </c:pt>
                <c:pt idx="64">
                  <c:v>37</c:v>
                </c:pt>
                <c:pt idx="65">
                  <c:v>38</c:v>
                </c:pt>
                <c:pt idx="66">
                  <c:v>39</c:v>
                </c:pt>
                <c:pt idx="67">
                  <c:v>40</c:v>
                </c:pt>
                <c:pt idx="68">
                  <c:v>41</c:v>
                </c:pt>
                <c:pt idx="69">
                  <c:v>42</c:v>
                </c:pt>
                <c:pt idx="70">
                  <c:v>29</c:v>
                </c:pt>
                <c:pt idx="71">
                  <c:v>30</c:v>
                </c:pt>
                <c:pt idx="72">
                  <c:v>31</c:v>
                </c:pt>
                <c:pt idx="73">
                  <c:v>32</c:v>
                </c:pt>
                <c:pt idx="74">
                  <c:v>33</c:v>
                </c:pt>
                <c:pt idx="75">
                  <c:v>34</c:v>
                </c:pt>
                <c:pt idx="76">
                  <c:v>35</c:v>
                </c:pt>
                <c:pt idx="77">
                  <c:v>36</c:v>
                </c:pt>
                <c:pt idx="78">
                  <c:v>37</c:v>
                </c:pt>
                <c:pt idx="79">
                  <c:v>38</c:v>
                </c:pt>
                <c:pt idx="80">
                  <c:v>39</c:v>
                </c:pt>
                <c:pt idx="81">
                  <c:v>40</c:v>
                </c:pt>
                <c:pt idx="82">
                  <c:v>41</c:v>
                </c:pt>
                <c:pt idx="83">
                  <c:v>42</c:v>
                </c:pt>
                <c:pt idx="84">
                  <c:v>29</c:v>
                </c:pt>
                <c:pt idx="85">
                  <c:v>30</c:v>
                </c:pt>
                <c:pt idx="86">
                  <c:v>31</c:v>
                </c:pt>
                <c:pt idx="87">
                  <c:v>32</c:v>
                </c:pt>
                <c:pt idx="88">
                  <c:v>33</c:v>
                </c:pt>
                <c:pt idx="89">
                  <c:v>34</c:v>
                </c:pt>
                <c:pt idx="90">
                  <c:v>35</c:v>
                </c:pt>
                <c:pt idx="91">
                  <c:v>36</c:v>
                </c:pt>
                <c:pt idx="92">
                  <c:v>37</c:v>
                </c:pt>
                <c:pt idx="93">
                  <c:v>38</c:v>
                </c:pt>
                <c:pt idx="94">
                  <c:v>39</c:v>
                </c:pt>
                <c:pt idx="95">
                  <c:v>40</c:v>
                </c:pt>
                <c:pt idx="96">
                  <c:v>41</c:v>
                </c:pt>
                <c:pt idx="97">
                  <c:v>42</c:v>
                </c:pt>
                <c:pt idx="98">
                  <c:v>29</c:v>
                </c:pt>
                <c:pt idx="99">
                  <c:v>30</c:v>
                </c:pt>
                <c:pt idx="100">
                  <c:v>31</c:v>
                </c:pt>
                <c:pt idx="101">
                  <c:v>32</c:v>
                </c:pt>
                <c:pt idx="102">
                  <c:v>33</c:v>
                </c:pt>
                <c:pt idx="103">
                  <c:v>34</c:v>
                </c:pt>
                <c:pt idx="104">
                  <c:v>35</c:v>
                </c:pt>
                <c:pt idx="105">
                  <c:v>36</c:v>
                </c:pt>
                <c:pt idx="106">
                  <c:v>37</c:v>
                </c:pt>
                <c:pt idx="107">
                  <c:v>38</c:v>
                </c:pt>
                <c:pt idx="108">
                  <c:v>39</c:v>
                </c:pt>
                <c:pt idx="109">
                  <c:v>40</c:v>
                </c:pt>
                <c:pt idx="110">
                  <c:v>41</c:v>
                </c:pt>
                <c:pt idx="111">
                  <c:v>42</c:v>
                </c:pt>
                <c:pt idx="112">
                  <c:v>29</c:v>
                </c:pt>
                <c:pt idx="113">
                  <c:v>30</c:v>
                </c:pt>
                <c:pt idx="114">
                  <c:v>31</c:v>
                </c:pt>
                <c:pt idx="115">
                  <c:v>32</c:v>
                </c:pt>
                <c:pt idx="116">
                  <c:v>33</c:v>
                </c:pt>
                <c:pt idx="117">
                  <c:v>34</c:v>
                </c:pt>
                <c:pt idx="118">
                  <c:v>35</c:v>
                </c:pt>
                <c:pt idx="119">
                  <c:v>36</c:v>
                </c:pt>
                <c:pt idx="120">
                  <c:v>37</c:v>
                </c:pt>
                <c:pt idx="121">
                  <c:v>38</c:v>
                </c:pt>
                <c:pt idx="122">
                  <c:v>39</c:v>
                </c:pt>
                <c:pt idx="123">
                  <c:v>40</c:v>
                </c:pt>
                <c:pt idx="124">
                  <c:v>41</c:v>
                </c:pt>
                <c:pt idx="125">
                  <c:v>42</c:v>
                </c:pt>
                <c:pt idx="126">
                  <c:v>29</c:v>
                </c:pt>
                <c:pt idx="127">
                  <c:v>30</c:v>
                </c:pt>
                <c:pt idx="128">
                  <c:v>31</c:v>
                </c:pt>
                <c:pt idx="129">
                  <c:v>32</c:v>
                </c:pt>
                <c:pt idx="130">
                  <c:v>33</c:v>
                </c:pt>
                <c:pt idx="131">
                  <c:v>34</c:v>
                </c:pt>
                <c:pt idx="132">
                  <c:v>35</c:v>
                </c:pt>
                <c:pt idx="133">
                  <c:v>36</c:v>
                </c:pt>
                <c:pt idx="134">
                  <c:v>37</c:v>
                </c:pt>
                <c:pt idx="135">
                  <c:v>38</c:v>
                </c:pt>
                <c:pt idx="136">
                  <c:v>39</c:v>
                </c:pt>
                <c:pt idx="137">
                  <c:v>40</c:v>
                </c:pt>
                <c:pt idx="138">
                  <c:v>41</c:v>
                </c:pt>
                <c:pt idx="139">
                  <c:v>42</c:v>
                </c:pt>
              </c:numCache>
            </c:numRef>
          </c:xVal>
          <c:yVal>
            <c:numRef>
              <c:f>'Chart Data'!$D$2:$D$141</c:f>
              <c:numCache>
                <c:formatCode>General</c:formatCode>
                <c:ptCount val="140"/>
                <c:pt idx="0">
                  <c:v>11</c:v>
                </c:pt>
                <c:pt idx="1">
                  <c:v>11</c:v>
                </c:pt>
                <c:pt idx="2">
                  <c:v>11</c:v>
                </c:pt>
                <c:pt idx="3">
                  <c:v>11</c:v>
                </c:pt>
                <c:pt idx="4">
                  <c:v>11</c:v>
                </c:pt>
                <c:pt idx="5">
                  <c:v>11</c:v>
                </c:pt>
                <c:pt idx="6">
                  <c:v>11</c:v>
                </c:pt>
                <c:pt idx="7">
                  <c:v>11</c:v>
                </c:pt>
                <c:pt idx="8">
                  <c:v>11</c:v>
                </c:pt>
                <c:pt idx="9">
                  <c:v>11</c:v>
                </c:pt>
                <c:pt idx="10">
                  <c:v>11</c:v>
                </c:pt>
                <c:pt idx="11">
                  <c:v>11</c:v>
                </c:pt>
                <c:pt idx="12">
                  <c:v>11</c:v>
                </c:pt>
                <c:pt idx="13">
                  <c:v>11</c:v>
                </c:pt>
                <c:pt idx="14">
                  <c:v>10</c:v>
                </c:pt>
                <c:pt idx="15">
                  <c:v>10</c:v>
                </c:pt>
                <c:pt idx="16">
                  <c:v>10</c:v>
                </c:pt>
                <c:pt idx="17">
                  <c:v>10</c:v>
                </c:pt>
                <c:pt idx="18">
                  <c:v>10</c:v>
                </c:pt>
                <c:pt idx="19">
                  <c:v>10</c:v>
                </c:pt>
                <c:pt idx="20">
                  <c:v>10</c:v>
                </c:pt>
                <c:pt idx="21">
                  <c:v>10</c:v>
                </c:pt>
                <c:pt idx="22">
                  <c:v>10</c:v>
                </c:pt>
                <c:pt idx="23">
                  <c:v>10</c:v>
                </c:pt>
                <c:pt idx="24">
                  <c:v>10</c:v>
                </c:pt>
                <c:pt idx="25">
                  <c:v>10</c:v>
                </c:pt>
                <c:pt idx="26">
                  <c:v>10</c:v>
                </c:pt>
                <c:pt idx="27">
                  <c:v>10</c:v>
                </c:pt>
                <c:pt idx="28">
                  <c:v>9</c:v>
                </c:pt>
                <c:pt idx="29">
                  <c:v>9</c:v>
                </c:pt>
                <c:pt idx="30">
                  <c:v>9</c:v>
                </c:pt>
                <c:pt idx="31">
                  <c:v>9</c:v>
                </c:pt>
                <c:pt idx="32">
                  <c:v>9</c:v>
                </c:pt>
                <c:pt idx="33">
                  <c:v>9</c:v>
                </c:pt>
                <c:pt idx="34">
                  <c:v>9</c:v>
                </c:pt>
                <c:pt idx="35">
                  <c:v>9</c:v>
                </c:pt>
                <c:pt idx="36">
                  <c:v>9</c:v>
                </c:pt>
                <c:pt idx="37">
                  <c:v>9</c:v>
                </c:pt>
                <c:pt idx="38">
                  <c:v>9</c:v>
                </c:pt>
                <c:pt idx="39">
                  <c:v>9</c:v>
                </c:pt>
                <c:pt idx="40">
                  <c:v>9</c:v>
                </c:pt>
                <c:pt idx="41">
                  <c:v>9</c:v>
                </c:pt>
                <c:pt idx="42">
                  <c:v>8</c:v>
                </c:pt>
                <c:pt idx="43">
                  <c:v>8</c:v>
                </c:pt>
                <c:pt idx="44">
                  <c:v>8</c:v>
                </c:pt>
                <c:pt idx="45">
                  <c:v>8</c:v>
                </c:pt>
                <c:pt idx="46">
                  <c:v>8</c:v>
                </c:pt>
                <c:pt idx="47">
                  <c:v>8</c:v>
                </c:pt>
                <c:pt idx="48">
                  <c:v>8</c:v>
                </c:pt>
                <c:pt idx="49">
                  <c:v>8</c:v>
                </c:pt>
                <c:pt idx="50">
                  <c:v>8</c:v>
                </c:pt>
                <c:pt idx="51">
                  <c:v>8</c:v>
                </c:pt>
                <c:pt idx="52">
                  <c:v>8</c:v>
                </c:pt>
                <c:pt idx="53">
                  <c:v>8</c:v>
                </c:pt>
                <c:pt idx="54">
                  <c:v>8</c:v>
                </c:pt>
                <c:pt idx="55">
                  <c:v>8</c:v>
                </c:pt>
                <c:pt idx="56">
                  <c:v>7</c:v>
                </c:pt>
                <c:pt idx="57">
                  <c:v>7</c:v>
                </c:pt>
                <c:pt idx="58">
                  <c:v>7</c:v>
                </c:pt>
                <c:pt idx="59">
                  <c:v>7</c:v>
                </c:pt>
                <c:pt idx="60">
                  <c:v>7</c:v>
                </c:pt>
                <c:pt idx="61">
                  <c:v>7</c:v>
                </c:pt>
                <c:pt idx="62">
                  <c:v>7</c:v>
                </c:pt>
                <c:pt idx="63">
                  <c:v>7</c:v>
                </c:pt>
                <c:pt idx="64">
                  <c:v>7</c:v>
                </c:pt>
                <c:pt idx="65">
                  <c:v>7</c:v>
                </c:pt>
                <c:pt idx="66">
                  <c:v>7</c:v>
                </c:pt>
                <c:pt idx="67">
                  <c:v>7</c:v>
                </c:pt>
                <c:pt idx="68">
                  <c:v>7</c:v>
                </c:pt>
                <c:pt idx="69">
                  <c:v>7</c:v>
                </c:pt>
                <c:pt idx="70">
                  <c:v>6</c:v>
                </c:pt>
                <c:pt idx="71">
                  <c:v>6</c:v>
                </c:pt>
                <c:pt idx="72">
                  <c:v>6</c:v>
                </c:pt>
                <c:pt idx="73">
                  <c:v>6</c:v>
                </c:pt>
                <c:pt idx="74">
                  <c:v>6</c:v>
                </c:pt>
                <c:pt idx="75">
                  <c:v>6</c:v>
                </c:pt>
                <c:pt idx="76">
                  <c:v>6</c:v>
                </c:pt>
                <c:pt idx="77">
                  <c:v>6</c:v>
                </c:pt>
                <c:pt idx="78">
                  <c:v>6</c:v>
                </c:pt>
                <c:pt idx="79">
                  <c:v>6</c:v>
                </c:pt>
                <c:pt idx="80">
                  <c:v>6</c:v>
                </c:pt>
                <c:pt idx="81">
                  <c:v>6</c:v>
                </c:pt>
                <c:pt idx="82">
                  <c:v>6</c:v>
                </c:pt>
                <c:pt idx="83">
                  <c:v>6</c:v>
                </c:pt>
                <c:pt idx="84">
                  <c:v>5</c:v>
                </c:pt>
                <c:pt idx="85">
                  <c:v>5</c:v>
                </c:pt>
                <c:pt idx="86">
                  <c:v>5</c:v>
                </c:pt>
                <c:pt idx="87">
                  <c:v>5</c:v>
                </c:pt>
                <c:pt idx="88">
                  <c:v>5</c:v>
                </c:pt>
                <c:pt idx="89">
                  <c:v>5</c:v>
                </c:pt>
                <c:pt idx="90">
                  <c:v>5</c:v>
                </c:pt>
                <c:pt idx="91">
                  <c:v>5</c:v>
                </c:pt>
                <c:pt idx="92">
                  <c:v>5</c:v>
                </c:pt>
                <c:pt idx="93">
                  <c:v>5</c:v>
                </c:pt>
                <c:pt idx="94">
                  <c:v>5</c:v>
                </c:pt>
                <c:pt idx="95">
                  <c:v>5</c:v>
                </c:pt>
                <c:pt idx="96">
                  <c:v>5</c:v>
                </c:pt>
                <c:pt idx="97">
                  <c:v>5</c:v>
                </c:pt>
                <c:pt idx="98">
                  <c:v>4</c:v>
                </c:pt>
                <c:pt idx="99">
                  <c:v>4</c:v>
                </c:pt>
                <c:pt idx="100">
                  <c:v>4</c:v>
                </c:pt>
                <c:pt idx="101">
                  <c:v>4</c:v>
                </c:pt>
                <c:pt idx="102">
                  <c:v>4</c:v>
                </c:pt>
                <c:pt idx="103">
                  <c:v>4</c:v>
                </c:pt>
                <c:pt idx="104">
                  <c:v>4</c:v>
                </c:pt>
                <c:pt idx="105">
                  <c:v>4</c:v>
                </c:pt>
                <c:pt idx="106">
                  <c:v>4</c:v>
                </c:pt>
                <c:pt idx="107">
                  <c:v>4</c:v>
                </c:pt>
                <c:pt idx="108">
                  <c:v>4</c:v>
                </c:pt>
                <c:pt idx="109">
                  <c:v>4</c:v>
                </c:pt>
                <c:pt idx="110">
                  <c:v>4</c:v>
                </c:pt>
                <c:pt idx="111">
                  <c:v>4</c:v>
                </c:pt>
                <c:pt idx="112">
                  <c:v>3</c:v>
                </c:pt>
                <c:pt idx="113">
                  <c:v>3</c:v>
                </c:pt>
                <c:pt idx="114">
                  <c:v>3</c:v>
                </c:pt>
                <c:pt idx="115">
                  <c:v>3</c:v>
                </c:pt>
                <c:pt idx="116">
                  <c:v>3</c:v>
                </c:pt>
                <c:pt idx="117">
                  <c:v>3</c:v>
                </c:pt>
                <c:pt idx="118">
                  <c:v>3</c:v>
                </c:pt>
                <c:pt idx="119">
                  <c:v>3</c:v>
                </c:pt>
                <c:pt idx="120">
                  <c:v>3</c:v>
                </c:pt>
                <c:pt idx="121">
                  <c:v>3</c:v>
                </c:pt>
                <c:pt idx="122">
                  <c:v>3</c:v>
                </c:pt>
                <c:pt idx="123">
                  <c:v>3</c:v>
                </c:pt>
                <c:pt idx="124">
                  <c:v>3</c:v>
                </c:pt>
                <c:pt idx="125">
                  <c:v>3</c:v>
                </c:pt>
                <c:pt idx="126">
                  <c:v>2</c:v>
                </c:pt>
                <c:pt idx="127">
                  <c:v>2</c:v>
                </c:pt>
                <c:pt idx="128">
                  <c:v>2</c:v>
                </c:pt>
                <c:pt idx="129">
                  <c:v>2</c:v>
                </c:pt>
                <c:pt idx="130">
                  <c:v>2</c:v>
                </c:pt>
                <c:pt idx="131">
                  <c:v>2</c:v>
                </c:pt>
                <c:pt idx="132">
                  <c:v>2</c:v>
                </c:pt>
                <c:pt idx="133">
                  <c:v>2</c:v>
                </c:pt>
                <c:pt idx="134">
                  <c:v>2</c:v>
                </c:pt>
                <c:pt idx="135">
                  <c:v>2</c:v>
                </c:pt>
                <c:pt idx="136">
                  <c:v>2</c:v>
                </c:pt>
                <c:pt idx="137">
                  <c:v>2</c:v>
                </c:pt>
                <c:pt idx="138">
                  <c:v>2</c:v>
                </c:pt>
                <c:pt idx="139">
                  <c:v>2</c:v>
                </c:pt>
              </c:numCache>
            </c:numRef>
          </c:yVal>
        </c:ser>
        <c:ser>
          <c:idx val="2"/>
          <c:order val="2"/>
          <c:tx>
            <c:v>Massachusetts</c:v>
          </c:tx>
          <c:spPr>
            <a:solidFill xmlns:a="http://schemas.openxmlformats.org/drawingml/2006/main">
              <a:srgbClr val="CFD5DE"/>
            </a:solidFill>
            <a:ln xmlns:a="http://schemas.openxmlformats.org/drawingml/2006/main" w="0">
              <a:noFill/>
            </a:ln>
          </c:spPr>
          <c:marker>
            <c:symbol val="circle"/>
            <c:size val="5"/>
            <c:spPr>
              <a:noFill xmlns:a="http://schemas.openxmlformats.org/drawingml/2006/main"/>
            </c:spPr>
          </c:marker>
          <c:xVal>
            <c:numRef>
              <c:f>'Chart Data'!$E$2:$E$111</c:f>
              <c:numCache>
                <c:formatCode>General</c:formatCode>
                <c:ptCount val="110"/>
                <c:pt idx="0">
                  <c:v>47</c:v>
                </c:pt>
                <c:pt idx="1">
                  <c:v>48</c:v>
                </c:pt>
                <c:pt idx="2">
                  <c:v>49</c:v>
                </c:pt>
                <c:pt idx="3">
                  <c:v>50</c:v>
                </c:pt>
                <c:pt idx="4">
                  <c:v>51</c:v>
                </c:pt>
                <c:pt idx="5">
                  <c:v>52</c:v>
                </c:pt>
                <c:pt idx="6">
                  <c:v>53</c:v>
                </c:pt>
                <c:pt idx="7">
                  <c:v>54</c:v>
                </c:pt>
                <c:pt idx="8">
                  <c:v>55</c:v>
                </c:pt>
                <c:pt idx="9">
                  <c:v>56</c:v>
                </c:pt>
                <c:pt idx="10">
                  <c:v>57</c:v>
                </c:pt>
                <c:pt idx="11">
                  <c:v>47</c:v>
                </c:pt>
                <c:pt idx="12">
                  <c:v>48</c:v>
                </c:pt>
                <c:pt idx="13">
                  <c:v>49</c:v>
                </c:pt>
                <c:pt idx="14">
                  <c:v>50</c:v>
                </c:pt>
                <c:pt idx="15">
                  <c:v>51</c:v>
                </c:pt>
                <c:pt idx="16">
                  <c:v>52</c:v>
                </c:pt>
                <c:pt idx="17">
                  <c:v>53</c:v>
                </c:pt>
                <c:pt idx="18">
                  <c:v>54</c:v>
                </c:pt>
                <c:pt idx="19">
                  <c:v>55</c:v>
                </c:pt>
                <c:pt idx="20">
                  <c:v>56</c:v>
                </c:pt>
                <c:pt idx="21">
                  <c:v>57</c:v>
                </c:pt>
                <c:pt idx="22">
                  <c:v>47</c:v>
                </c:pt>
                <c:pt idx="23">
                  <c:v>48</c:v>
                </c:pt>
                <c:pt idx="24">
                  <c:v>49</c:v>
                </c:pt>
                <c:pt idx="25">
                  <c:v>50</c:v>
                </c:pt>
                <c:pt idx="26">
                  <c:v>51</c:v>
                </c:pt>
                <c:pt idx="27">
                  <c:v>52</c:v>
                </c:pt>
                <c:pt idx="28">
                  <c:v>53</c:v>
                </c:pt>
                <c:pt idx="29">
                  <c:v>54</c:v>
                </c:pt>
                <c:pt idx="30">
                  <c:v>55</c:v>
                </c:pt>
                <c:pt idx="31">
                  <c:v>56</c:v>
                </c:pt>
                <c:pt idx="32">
                  <c:v>57</c:v>
                </c:pt>
                <c:pt idx="33">
                  <c:v>47</c:v>
                </c:pt>
                <c:pt idx="34">
                  <c:v>48</c:v>
                </c:pt>
                <c:pt idx="35">
                  <c:v>49</c:v>
                </c:pt>
                <c:pt idx="36">
                  <c:v>50</c:v>
                </c:pt>
                <c:pt idx="37">
                  <c:v>51</c:v>
                </c:pt>
                <c:pt idx="38">
                  <c:v>52</c:v>
                </c:pt>
                <c:pt idx="39">
                  <c:v>53</c:v>
                </c:pt>
                <c:pt idx="40">
                  <c:v>54</c:v>
                </c:pt>
                <c:pt idx="41">
                  <c:v>55</c:v>
                </c:pt>
                <c:pt idx="42">
                  <c:v>56</c:v>
                </c:pt>
                <c:pt idx="43">
                  <c:v>57</c:v>
                </c:pt>
                <c:pt idx="44">
                  <c:v>47</c:v>
                </c:pt>
                <c:pt idx="45">
                  <c:v>48</c:v>
                </c:pt>
                <c:pt idx="46">
                  <c:v>49</c:v>
                </c:pt>
                <c:pt idx="47">
                  <c:v>50</c:v>
                </c:pt>
                <c:pt idx="48">
                  <c:v>51</c:v>
                </c:pt>
                <c:pt idx="49">
                  <c:v>52</c:v>
                </c:pt>
                <c:pt idx="50">
                  <c:v>53</c:v>
                </c:pt>
                <c:pt idx="51">
                  <c:v>54</c:v>
                </c:pt>
                <c:pt idx="52">
                  <c:v>55</c:v>
                </c:pt>
                <c:pt idx="53">
                  <c:v>56</c:v>
                </c:pt>
                <c:pt idx="54">
                  <c:v>57</c:v>
                </c:pt>
                <c:pt idx="55">
                  <c:v>47</c:v>
                </c:pt>
                <c:pt idx="56">
                  <c:v>48</c:v>
                </c:pt>
                <c:pt idx="57">
                  <c:v>49</c:v>
                </c:pt>
                <c:pt idx="58">
                  <c:v>50</c:v>
                </c:pt>
                <c:pt idx="59">
                  <c:v>51</c:v>
                </c:pt>
                <c:pt idx="60">
                  <c:v>52</c:v>
                </c:pt>
                <c:pt idx="61">
                  <c:v>53</c:v>
                </c:pt>
                <c:pt idx="62">
                  <c:v>54</c:v>
                </c:pt>
                <c:pt idx="63">
                  <c:v>55</c:v>
                </c:pt>
                <c:pt idx="64">
                  <c:v>56</c:v>
                </c:pt>
                <c:pt idx="65">
                  <c:v>57</c:v>
                </c:pt>
                <c:pt idx="66">
                  <c:v>47</c:v>
                </c:pt>
                <c:pt idx="67">
                  <c:v>48</c:v>
                </c:pt>
                <c:pt idx="68">
                  <c:v>49</c:v>
                </c:pt>
                <c:pt idx="69">
                  <c:v>50</c:v>
                </c:pt>
                <c:pt idx="70">
                  <c:v>51</c:v>
                </c:pt>
                <c:pt idx="71">
                  <c:v>52</c:v>
                </c:pt>
                <c:pt idx="72">
                  <c:v>53</c:v>
                </c:pt>
                <c:pt idx="73">
                  <c:v>54</c:v>
                </c:pt>
                <c:pt idx="74">
                  <c:v>55</c:v>
                </c:pt>
                <c:pt idx="75">
                  <c:v>56</c:v>
                </c:pt>
                <c:pt idx="76">
                  <c:v>57</c:v>
                </c:pt>
                <c:pt idx="77">
                  <c:v>47</c:v>
                </c:pt>
                <c:pt idx="78">
                  <c:v>48</c:v>
                </c:pt>
                <c:pt idx="79">
                  <c:v>49</c:v>
                </c:pt>
                <c:pt idx="80">
                  <c:v>50</c:v>
                </c:pt>
                <c:pt idx="81">
                  <c:v>51</c:v>
                </c:pt>
                <c:pt idx="82">
                  <c:v>52</c:v>
                </c:pt>
                <c:pt idx="83">
                  <c:v>53</c:v>
                </c:pt>
                <c:pt idx="84">
                  <c:v>54</c:v>
                </c:pt>
                <c:pt idx="85">
                  <c:v>55</c:v>
                </c:pt>
                <c:pt idx="86">
                  <c:v>56</c:v>
                </c:pt>
                <c:pt idx="87">
                  <c:v>57</c:v>
                </c:pt>
                <c:pt idx="88">
                  <c:v>47</c:v>
                </c:pt>
                <c:pt idx="89">
                  <c:v>48</c:v>
                </c:pt>
                <c:pt idx="90">
                  <c:v>49</c:v>
                </c:pt>
                <c:pt idx="91">
                  <c:v>50</c:v>
                </c:pt>
                <c:pt idx="92">
                  <c:v>51</c:v>
                </c:pt>
                <c:pt idx="93">
                  <c:v>52</c:v>
                </c:pt>
                <c:pt idx="94">
                  <c:v>53</c:v>
                </c:pt>
                <c:pt idx="95">
                  <c:v>54</c:v>
                </c:pt>
                <c:pt idx="96">
                  <c:v>55</c:v>
                </c:pt>
                <c:pt idx="97">
                  <c:v>56</c:v>
                </c:pt>
                <c:pt idx="98">
                  <c:v>57</c:v>
                </c:pt>
                <c:pt idx="99">
                  <c:v>47</c:v>
                </c:pt>
                <c:pt idx="100">
                  <c:v>48</c:v>
                </c:pt>
                <c:pt idx="101">
                  <c:v>49</c:v>
                </c:pt>
                <c:pt idx="102">
                  <c:v>50</c:v>
                </c:pt>
                <c:pt idx="103">
                  <c:v>51</c:v>
                </c:pt>
                <c:pt idx="104">
                  <c:v>52</c:v>
                </c:pt>
                <c:pt idx="105">
                  <c:v>53</c:v>
                </c:pt>
                <c:pt idx="106">
                  <c:v>54</c:v>
                </c:pt>
                <c:pt idx="107">
                  <c:v>55</c:v>
                </c:pt>
                <c:pt idx="108">
                  <c:v>56</c:v>
                </c:pt>
                <c:pt idx="109">
                  <c:v>57</c:v>
                </c:pt>
              </c:numCache>
            </c:numRef>
          </c:xVal>
          <c:yVal>
            <c:numRef>
              <c:f>'Chart Data'!$F$2:$F$111</c:f>
              <c:numCache>
                <c:formatCode>General</c:formatCode>
                <c:ptCount val="110"/>
                <c:pt idx="0">
                  <c:v>11</c:v>
                </c:pt>
                <c:pt idx="1">
                  <c:v>11</c:v>
                </c:pt>
                <c:pt idx="2">
                  <c:v>11</c:v>
                </c:pt>
                <c:pt idx="3">
                  <c:v>11</c:v>
                </c:pt>
                <c:pt idx="4">
                  <c:v>11</c:v>
                </c:pt>
                <c:pt idx="5">
                  <c:v>11</c:v>
                </c:pt>
                <c:pt idx="6">
                  <c:v>11</c:v>
                </c:pt>
                <c:pt idx="7">
                  <c:v>11</c:v>
                </c:pt>
                <c:pt idx="8">
                  <c:v>11</c:v>
                </c:pt>
                <c:pt idx="9">
                  <c:v>11</c:v>
                </c:pt>
                <c:pt idx="10">
                  <c:v>11</c:v>
                </c:pt>
                <c:pt idx="11">
                  <c:v>10</c:v>
                </c:pt>
                <c:pt idx="12">
                  <c:v>10</c:v>
                </c:pt>
                <c:pt idx="13">
                  <c:v>10</c:v>
                </c:pt>
                <c:pt idx="14">
                  <c:v>10</c:v>
                </c:pt>
                <c:pt idx="15">
                  <c:v>10</c:v>
                </c:pt>
                <c:pt idx="16">
                  <c:v>10</c:v>
                </c:pt>
                <c:pt idx="17">
                  <c:v>10</c:v>
                </c:pt>
                <c:pt idx="18">
                  <c:v>10</c:v>
                </c:pt>
                <c:pt idx="19">
                  <c:v>10</c:v>
                </c:pt>
                <c:pt idx="20">
                  <c:v>10</c:v>
                </c:pt>
                <c:pt idx="21">
                  <c:v>10</c:v>
                </c:pt>
                <c:pt idx="22">
                  <c:v>9</c:v>
                </c:pt>
                <c:pt idx="23">
                  <c:v>9</c:v>
                </c:pt>
                <c:pt idx="24">
                  <c:v>9</c:v>
                </c:pt>
                <c:pt idx="25">
                  <c:v>9</c:v>
                </c:pt>
                <c:pt idx="26">
                  <c:v>9</c:v>
                </c:pt>
                <c:pt idx="27">
                  <c:v>9</c:v>
                </c:pt>
                <c:pt idx="28">
                  <c:v>9</c:v>
                </c:pt>
                <c:pt idx="29">
                  <c:v>9</c:v>
                </c:pt>
                <c:pt idx="30">
                  <c:v>9</c:v>
                </c:pt>
                <c:pt idx="31">
                  <c:v>9</c:v>
                </c:pt>
                <c:pt idx="32">
                  <c:v>9</c:v>
                </c:pt>
                <c:pt idx="33">
                  <c:v>8</c:v>
                </c:pt>
                <c:pt idx="34">
                  <c:v>8</c:v>
                </c:pt>
                <c:pt idx="35">
                  <c:v>8</c:v>
                </c:pt>
                <c:pt idx="36">
                  <c:v>8</c:v>
                </c:pt>
                <c:pt idx="37">
                  <c:v>8</c:v>
                </c:pt>
                <c:pt idx="38">
                  <c:v>8</c:v>
                </c:pt>
                <c:pt idx="39">
                  <c:v>8</c:v>
                </c:pt>
                <c:pt idx="40">
                  <c:v>8</c:v>
                </c:pt>
                <c:pt idx="41">
                  <c:v>8</c:v>
                </c:pt>
                <c:pt idx="42">
                  <c:v>8</c:v>
                </c:pt>
                <c:pt idx="43">
                  <c:v>8</c:v>
                </c:pt>
                <c:pt idx="44">
                  <c:v>7</c:v>
                </c:pt>
                <c:pt idx="45">
                  <c:v>7</c:v>
                </c:pt>
                <c:pt idx="46">
                  <c:v>7</c:v>
                </c:pt>
                <c:pt idx="47">
                  <c:v>7</c:v>
                </c:pt>
                <c:pt idx="48">
                  <c:v>7</c:v>
                </c:pt>
                <c:pt idx="49">
                  <c:v>7</c:v>
                </c:pt>
                <c:pt idx="50">
                  <c:v>7</c:v>
                </c:pt>
                <c:pt idx="51">
                  <c:v>7</c:v>
                </c:pt>
                <c:pt idx="52">
                  <c:v>7</c:v>
                </c:pt>
                <c:pt idx="53">
                  <c:v>7</c:v>
                </c:pt>
                <c:pt idx="54">
                  <c:v>7</c:v>
                </c:pt>
                <c:pt idx="55">
                  <c:v>6</c:v>
                </c:pt>
                <c:pt idx="56">
                  <c:v>6</c:v>
                </c:pt>
                <c:pt idx="57">
                  <c:v>6</c:v>
                </c:pt>
                <c:pt idx="58">
                  <c:v>6</c:v>
                </c:pt>
                <c:pt idx="59">
                  <c:v>6</c:v>
                </c:pt>
                <c:pt idx="60">
                  <c:v>6</c:v>
                </c:pt>
                <c:pt idx="61">
                  <c:v>6</c:v>
                </c:pt>
                <c:pt idx="62">
                  <c:v>6</c:v>
                </c:pt>
                <c:pt idx="63">
                  <c:v>6</c:v>
                </c:pt>
                <c:pt idx="64">
                  <c:v>6</c:v>
                </c:pt>
                <c:pt idx="65">
                  <c:v>6</c:v>
                </c:pt>
                <c:pt idx="66">
                  <c:v>5</c:v>
                </c:pt>
                <c:pt idx="67">
                  <c:v>5</c:v>
                </c:pt>
                <c:pt idx="68">
                  <c:v>5</c:v>
                </c:pt>
                <c:pt idx="69">
                  <c:v>5</c:v>
                </c:pt>
                <c:pt idx="70">
                  <c:v>5</c:v>
                </c:pt>
                <c:pt idx="71">
                  <c:v>5</c:v>
                </c:pt>
                <c:pt idx="72">
                  <c:v>5</c:v>
                </c:pt>
                <c:pt idx="73">
                  <c:v>5</c:v>
                </c:pt>
                <c:pt idx="74">
                  <c:v>5</c:v>
                </c:pt>
                <c:pt idx="75">
                  <c:v>5</c:v>
                </c:pt>
                <c:pt idx="76">
                  <c:v>5</c:v>
                </c:pt>
                <c:pt idx="77">
                  <c:v>4</c:v>
                </c:pt>
                <c:pt idx="78">
                  <c:v>4</c:v>
                </c:pt>
                <c:pt idx="79">
                  <c:v>4</c:v>
                </c:pt>
                <c:pt idx="80">
                  <c:v>4</c:v>
                </c:pt>
                <c:pt idx="81">
                  <c:v>4</c:v>
                </c:pt>
                <c:pt idx="82">
                  <c:v>4</c:v>
                </c:pt>
                <c:pt idx="83">
                  <c:v>4</c:v>
                </c:pt>
                <c:pt idx="84">
                  <c:v>4</c:v>
                </c:pt>
                <c:pt idx="85">
                  <c:v>4</c:v>
                </c:pt>
                <c:pt idx="86">
                  <c:v>4</c:v>
                </c:pt>
                <c:pt idx="87">
                  <c:v>4</c:v>
                </c:pt>
                <c:pt idx="88">
                  <c:v>3</c:v>
                </c:pt>
                <c:pt idx="89">
                  <c:v>3</c:v>
                </c:pt>
                <c:pt idx="90">
                  <c:v>3</c:v>
                </c:pt>
                <c:pt idx="91">
                  <c:v>3</c:v>
                </c:pt>
                <c:pt idx="92">
                  <c:v>3</c:v>
                </c:pt>
                <c:pt idx="93">
                  <c:v>3</c:v>
                </c:pt>
                <c:pt idx="94">
                  <c:v>3</c:v>
                </c:pt>
                <c:pt idx="95">
                  <c:v>3</c:v>
                </c:pt>
                <c:pt idx="96">
                  <c:v>3</c:v>
                </c:pt>
                <c:pt idx="97">
                  <c:v>3</c:v>
                </c:pt>
                <c:pt idx="98">
                  <c:v>3</c:v>
                </c:pt>
                <c:pt idx="99">
                  <c:v>2</c:v>
                </c:pt>
                <c:pt idx="100">
                  <c:v>2</c:v>
                </c:pt>
                <c:pt idx="101">
                  <c:v>2</c:v>
                </c:pt>
                <c:pt idx="102">
                  <c:v>2</c:v>
                </c:pt>
                <c:pt idx="103">
                  <c:v>2</c:v>
                </c:pt>
                <c:pt idx="104">
                  <c:v>2</c:v>
                </c:pt>
                <c:pt idx="105">
                  <c:v>2</c:v>
                </c:pt>
                <c:pt idx="106">
                  <c:v>2</c:v>
                </c:pt>
                <c:pt idx="107">
                  <c:v>2</c:v>
                </c:pt>
                <c:pt idx="108">
                  <c:v>2</c:v>
                </c:pt>
                <c:pt idx="109">
                  <c:v>2</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14"/>
          <c:min val="-2"/>
        </c:scaling>
        <c:delete val="0"/>
        <c:axPos val="l"/>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valAx>
      <c:valAx>
        <c:axId val="48650112"/>
        <c:scaling>
          <c:orientation val="minMax"/>
          <c:max val="59"/>
          <c:min val="-1"/>
        </c:scaling>
        <c:delete val="0"/>
        <c:axPos val="b"/>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
            <a:extLst xmlns:a="http://schemas.openxmlformats.org/drawingml/2006/main">
              <a:ext uri="{FF2B5EF4-FFF2-40B4-BE49-F238E27FC236}">
                <a16:creationId xmlns:a16="http://schemas.microsoft.com/office/drawing/2014/main" id="{7B46AEEF-20F6-43F7-AFE1-6C5BEC595B5B}"/>
              </a:ext>
            </a:extLst>
          </p:cNvPr>
          <p:cNvSpPr>
            <a:spLocks xmlns:a="http://schemas.openxmlformats.org/drawingml/2006/main" noGrp="1"/>
          </p:cNvSpPr>
          <p:nvPr/>
        </p:nvSpPr>
        <p:spPr>
          <a:xfrm xmlns:a="http://schemas.openxmlformats.org/drawingml/2006/main">
            <a:off x="609600" y="342900"/>
            <a:ext cx="266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950" b="1">
                <a:solidFill>
                  <a:srgbClr val="155DE9"/>
                </a:solidFill>
                <a:latin typeface="Helvetica Neue"/>
                <a:ea typeface="Helvetica Neue"/>
                <a:cs typeface="Helvetica Neue"/>
              </a:defRPr>
            </a:pPr>
            <a:r>
              <a:rPr sz="1950" b="1">
                <a:solidFill>
                  <a:srgbClr val="155DE9"/>
                </a:solidFill>
                <a:latin typeface="Helvetica Neue"/>
                <a:ea typeface="Helvetica Neue"/>
                <a:cs typeface="Helvetica Neue"/>
              </a:rPr>
              <a:t>LawDiff</a:t>
            </a:r>
          </a:p>
        </p:txBody>
      </p:sp>
      <p:sp>
        <p:nvSpPr>
          <p:cNvPr id="2" name="text">
            <a:extLst xmlns:a="http://schemas.openxmlformats.org/drawingml/2006/main">
              <a:ext uri="{FF2B5EF4-FFF2-40B4-BE49-F238E27FC236}">
                <a16:creationId xmlns:a16="http://schemas.microsoft.com/office/drawing/2014/main" id="{8857E3C5-2746-4455-A85A-10450C7AE75B}"/>
              </a:ext>
            </a:extLst>
          </p:cNvPr>
          <p:cNvSpPr>
            <a:spLocks xmlns:a="http://schemas.openxmlformats.org/drawingml/2006/main" noGrp="1"/>
          </p:cNvSpPr>
          <p:nvPr/>
        </p:nvSpPr>
        <p:spPr>
          <a:xfrm xmlns:a="http://schemas.openxmlformats.org/drawingml/2006/main">
            <a:off x="7772400" y="361950"/>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r">
              <a:defRPr sz="1275" b="0">
                <a:solidFill>
                  <a:srgbClr val="657080"/>
                </a:solidFill>
                <a:latin typeface="Helvetica Neue"/>
                <a:ea typeface="Helvetica Neue"/>
                <a:cs typeface="Helvetica Neue"/>
              </a:defRPr>
            </a:pPr>
            <a:r>
              <a:rPr sz="1275" b="0">
                <a:solidFill>
                  <a:srgbClr val="657080"/>
                </a:solidFill>
                <a:latin typeface="Helvetica Neue"/>
                <a:ea typeface="Helvetica Neue"/>
                <a:cs typeface="Helvetica Neue"/>
              </a:rPr>
              <a:t>Yannik Trinn  /  RealPage</a:t>
            </a:r>
          </a:p>
        </p:txBody>
      </p:sp>
      <p:sp>
        <p:nvSpPr>
          <p:cNvPr id="3" name="text">
            <a:extLst xmlns:a="http://schemas.openxmlformats.org/drawingml/2006/main">
              <a:ext uri="{FF2B5EF4-FFF2-40B4-BE49-F238E27FC236}">
                <a16:creationId xmlns:a16="http://schemas.microsoft.com/office/drawing/2014/main" id="{361D6540-7C45-4E12-A4E8-6E374CF8BF5F}"/>
              </a:ext>
            </a:extLst>
          </p:cNvPr>
          <p:cNvSpPr>
            <a:spLocks xmlns:a="http://schemas.openxmlformats.org/drawingml/2006/main" noGrp="1"/>
          </p:cNvSpPr>
          <p:nvPr/>
        </p:nvSpPr>
        <p:spPr>
          <a:xfrm xmlns:a="http://schemas.openxmlformats.org/drawingml/2006/main">
            <a:off x="11144250" y="631507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r">
              <a:defRPr sz="1050" b="0">
                <a:solidFill>
                  <a:srgbClr val="657080"/>
                </a:solidFill>
                <a:latin typeface="Helvetica Neue"/>
                <a:ea typeface="Helvetica Neue"/>
                <a:cs typeface="Helvetica Neue"/>
              </a:defRPr>
            </a:pPr>
            <a:r>
              <a:rPr sz="1050" b="0">
                <a:solidFill>
                  <a:srgbClr val="657080"/>
                </a:solidFill>
                <a:latin typeface="Helvetica Neue"/>
                <a:ea typeface="Helvetica Neue"/>
                <a:cs typeface="Helvetica Neue"/>
              </a:rPr>
              <a:t>01</a:t>
            </a:r>
          </a:p>
        </p:txBody>
      </p:sp>
      <p:sp>
        <p:nvSpPr>
          <p:cNvPr id="4" name="main-title">
            <a:extLst xmlns:a="http://schemas.openxmlformats.org/drawingml/2006/main">
              <a:ext uri="{FF2B5EF4-FFF2-40B4-BE49-F238E27FC236}">
                <a16:creationId xmlns:a16="http://schemas.microsoft.com/office/drawing/2014/main" id="{8B3DA4F1-B5CA-4E44-B7E1-A2105620398C}"/>
              </a:ext>
            </a:extLst>
          </p:cNvPr>
          <p:cNvSpPr>
            <a:spLocks xmlns:a="http://schemas.openxmlformats.org/drawingml/2006/main" noGrp="1"/>
          </p:cNvSpPr>
          <p:nvPr/>
        </p:nvSpPr>
        <p:spPr>
          <a:xfrm xmlns:a="http://schemas.openxmlformats.org/drawingml/2006/main">
            <a:off x="609600" y="962025"/>
            <a:ext cx="10572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650" b="1">
                <a:solidFill>
                  <a:srgbClr val="17191D"/>
                </a:solidFill>
                <a:latin typeface="Helvetica Neue"/>
                <a:ea typeface="Helvetica Neue"/>
                <a:cs typeface="Helvetica Neue"/>
              </a:defRPr>
            </a:pPr>
            <a:r>
              <a:rPr sz="4650" b="1">
                <a:solidFill>
                  <a:srgbClr val="17191D"/>
                </a:solidFill>
                <a:latin typeface="Helvetica Neue"/>
                <a:ea typeface="Helvetica Neue"/>
                <a:cs typeface="Helvetica Neue"/>
              </a:rPr>
              <a:t>One law changes.</a:t>
            </a:r>
          </a:p>
          <a:p xmlns:a="http://schemas.openxmlformats.org/drawingml/2006/main">
            <a:pPr algn="l">
              <a:defRPr sz="4650" b="1">
                <a:solidFill>
                  <a:srgbClr val="17191D"/>
                </a:solidFill>
                <a:latin typeface="Helvetica Neue"/>
                <a:ea typeface="Helvetica Neue"/>
                <a:cs typeface="Helvetica Neue"/>
              </a:defRPr>
            </a:pPr>
            <a:r>
              <a:rPr sz="4650" b="1">
                <a:solidFill>
                  <a:srgbClr val="17191D"/>
                </a:solidFill>
                <a:latin typeface="Helvetica Neue"/>
                <a:ea typeface="Helvetica Neue"/>
                <a:cs typeface="Helvetica Neue"/>
              </a:rPr>
              <a:t>See what follows.</a:t>
            </a:r>
          </a:p>
        </p:txBody>
      </p:sp>
      <p:sp>
        <p:nvSpPr>
          <p:cNvPr id="5" name="text">
            <a:extLst xmlns:a="http://schemas.openxmlformats.org/drawingml/2006/main">
              <a:ext uri="{FF2B5EF4-FFF2-40B4-BE49-F238E27FC236}">
                <a16:creationId xmlns:a16="http://schemas.microsoft.com/office/drawing/2014/main" id="{7BB737B9-BD31-4439-BCE7-EFAC4BE728B7}"/>
              </a:ext>
            </a:extLst>
          </p:cNvPr>
          <p:cNvSpPr>
            <a:spLocks xmlns:a="http://schemas.openxmlformats.org/drawingml/2006/main" noGrp="1"/>
          </p:cNvSpPr>
          <p:nvPr/>
        </p:nvSpPr>
        <p:spPr>
          <a:xfrm xmlns:a="http://schemas.openxmlformats.org/drawingml/2006/main">
            <a:off x="8734425" y="2657475"/>
            <a:ext cx="285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75" b="1">
                <a:solidFill>
                  <a:srgbClr val="155DE9"/>
                </a:solidFill>
                <a:latin typeface="Helvetica Neue"/>
                <a:ea typeface="Helvetica Neue"/>
                <a:cs typeface="Helvetica Neue"/>
              </a:defRPr>
            </a:pPr>
            <a:r>
              <a:rPr sz="1275" b="1">
                <a:solidFill>
                  <a:srgbClr val="155DE9"/>
                </a:solidFill>
                <a:latin typeface="Helvetica Neue"/>
                <a:ea typeface="Helvetica Neue"/>
                <a:cs typeface="Helvetica Neue"/>
              </a:rPr>
              <a:t>NEW JERSEY FAIR ACT</a:t>
            </a:r>
          </a:p>
        </p:txBody>
      </p:sp>
      <p:sp>
        <p:nvSpPr>
          <p:cNvPr id="6" name="text">
            <a:extLst xmlns:a="http://schemas.openxmlformats.org/drawingml/2006/main">
              <a:ext uri="{FF2B5EF4-FFF2-40B4-BE49-F238E27FC236}">
                <a16:creationId xmlns:a16="http://schemas.microsoft.com/office/drawing/2014/main" id="{4927AA27-A8D1-441F-BF47-4E6D435D27F0}"/>
              </a:ext>
            </a:extLst>
          </p:cNvPr>
          <p:cNvSpPr>
            <a:spLocks xmlns:a="http://schemas.openxmlformats.org/drawingml/2006/main" noGrp="1"/>
          </p:cNvSpPr>
          <p:nvPr/>
        </p:nvSpPr>
        <p:spPr>
          <a:xfrm xmlns:a="http://schemas.openxmlformats.org/drawingml/2006/main">
            <a:off x="8658225" y="3000375"/>
            <a:ext cx="29241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7650" b="1">
                <a:solidFill>
                  <a:srgbClr val="155DE9"/>
                </a:solidFill>
                <a:latin typeface="Helvetica Neue"/>
                <a:ea typeface="Helvetica Neue"/>
                <a:cs typeface="Helvetica Neue"/>
              </a:defRPr>
            </a:pPr>
            <a:r>
              <a:rPr sz="7650" b="1">
                <a:solidFill>
                  <a:srgbClr val="155DE9"/>
                </a:solidFill>
                <a:latin typeface="Helvetica Neue"/>
                <a:ea typeface="Helvetica Neue"/>
                <a:cs typeface="Helvetica Neue"/>
              </a:rPr>
              <a:t>140</a:t>
            </a:r>
          </a:p>
        </p:txBody>
      </p:sp>
      <p:sp>
        <p:nvSpPr>
          <p:cNvPr id="7" name="text">
            <a:extLst xmlns:a="http://schemas.openxmlformats.org/drawingml/2006/main">
              <a:ext uri="{FF2B5EF4-FFF2-40B4-BE49-F238E27FC236}">
                <a16:creationId xmlns:a16="http://schemas.microsoft.com/office/drawing/2014/main" id="{1FB527F3-4321-4CD2-B9E9-EBB0FF5427BF}"/>
              </a:ext>
            </a:extLst>
          </p:cNvPr>
          <p:cNvSpPr>
            <a:spLocks xmlns:a="http://schemas.openxmlformats.org/drawingml/2006/main" noGrp="1"/>
          </p:cNvSpPr>
          <p:nvPr/>
        </p:nvSpPr>
        <p:spPr>
          <a:xfrm xmlns:a="http://schemas.openxmlformats.org/drawingml/2006/main">
            <a:off x="8743950" y="4124325"/>
            <a:ext cx="285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950" b="0">
                <a:solidFill>
                  <a:srgbClr val="17191D"/>
                </a:solidFill>
                <a:latin typeface="Helvetica Neue"/>
                <a:ea typeface="Helvetica Neue"/>
                <a:cs typeface="Helvetica Neue"/>
              </a:defRPr>
            </a:pPr>
            <a:r>
              <a:rPr sz="1950" b="0">
                <a:solidFill>
                  <a:srgbClr val="17191D"/>
                </a:solidFill>
                <a:latin typeface="Helvetica Neue"/>
                <a:ea typeface="Helvetica Neue"/>
                <a:cs typeface="Helvetica Neue"/>
              </a:rPr>
              <a:t>addresses in the</a:t>
            </a:r>
          </a:p>
          <a:p xmlns:a="http://schemas.openxmlformats.org/drawingml/2006/main">
            <a:pPr algn="l">
              <a:defRPr sz="1950" b="0">
                <a:solidFill>
                  <a:srgbClr val="17191D"/>
                </a:solidFill>
                <a:latin typeface="Helvetica Neue"/>
                <a:ea typeface="Helvetica Neue"/>
                <a:cs typeface="Helvetica Neue"/>
              </a:defRPr>
            </a:pPr>
            <a:r>
              <a:rPr sz="1950" b="0">
                <a:solidFill>
                  <a:srgbClr val="17191D"/>
                </a:solidFill>
                <a:latin typeface="Helvetica Neue"/>
                <a:ea typeface="Helvetica Neue"/>
                <a:cs typeface="Helvetica Neue"/>
              </a:rPr>
              <a:t>statewide rule’s scope</a:t>
            </a:r>
          </a:p>
        </p:txBody>
      </p:sp>
      <p:sp>
        <p:nvSpPr>
          <p:cNvPr id="8" name="text">
            <a:extLst xmlns:a="http://schemas.openxmlformats.org/drawingml/2006/main">
              <a:ext uri="{FF2B5EF4-FFF2-40B4-BE49-F238E27FC236}">
                <a16:creationId xmlns:a16="http://schemas.microsoft.com/office/drawing/2014/main" id="{88BAF6BC-6E19-43A4-BA6D-ECBAEE2CD783}"/>
              </a:ext>
            </a:extLst>
          </p:cNvPr>
          <p:cNvSpPr>
            <a:spLocks xmlns:a="http://schemas.openxmlformats.org/drawingml/2006/main" noGrp="1"/>
          </p:cNvSpPr>
          <p:nvPr/>
        </p:nvSpPr>
        <p:spPr>
          <a:xfrm xmlns:a="http://schemas.openxmlformats.org/drawingml/2006/main">
            <a:off x="8743950" y="49339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425" b="0">
                <a:solidFill>
                  <a:srgbClr val="657080"/>
                </a:solidFill>
                <a:latin typeface="Helvetica Neue"/>
                <a:ea typeface="Helvetica Neue"/>
                <a:cs typeface="Helvetica Neue"/>
              </a:defRPr>
            </a:pPr>
            <a:r>
              <a:rPr sz="1425" b="0">
                <a:solidFill>
                  <a:srgbClr val="657080"/>
                </a:solidFill>
                <a:latin typeface="Helvetica Neue"/>
                <a:ea typeface="Helvetica Neue"/>
                <a:cs typeface="Helvetica Neue"/>
              </a:rPr>
              <a:t>Effective July 1, 2027</a:t>
            </a:r>
          </a:p>
        </p:txBody>
      </p:sp>
      <p:graphicFrame>
        <p:nvGraphicFramePr>
          <p:cNvPr id="28" name="Chart"/>
          <p:cNvGraphicFramePr/>
          <p:nvPr/>
        </p:nvGraphicFramePr>
        <p:xfrm>
          <a:off xmlns:a="http://schemas.openxmlformats.org/drawingml/2006/main" x="514350" y="2571750"/>
          <a:ext xmlns:a="http://schemas.openxmlformats.org/drawingml/2006/main" cx="7715250" cy="2333625"/>
        </p:xfrm>
        <a:graphic xmlns:a="http://schemas.openxmlformats.org/drawingml/2006/main">
          <a:graphicData uri="http://schemas.openxmlformats.org/drawingml/2006/chart">
            <c:chart xmlns:r="http://schemas.openxmlformats.org/officeDocument/2006/relationships" xmlns:c="http://schemas.openxmlformats.org/drawingml/2006/chart" r:id="R5bdcacd2d56f41a2"/>
          </a:graphicData>
        </a:graphic>
      </p:graphicFrame>
      <p:sp>
        <p:nvSpPr>
          <p:cNvPr id="10" name="text">
            <a:extLst xmlns:a="http://schemas.openxmlformats.org/drawingml/2006/main">
              <a:ext uri="{FF2B5EF4-FFF2-40B4-BE49-F238E27FC236}">
                <a16:creationId xmlns:a16="http://schemas.microsoft.com/office/drawing/2014/main" id="{2DE37028-3349-48DD-A13C-D103C32ADC2A}"/>
              </a:ext>
            </a:extLst>
          </p:cNvPr>
          <p:cNvSpPr>
            <a:spLocks xmlns:a="http://schemas.openxmlformats.org/drawingml/2006/main" noGrp="1"/>
          </p:cNvSpPr>
          <p:nvPr/>
        </p:nvSpPr>
        <p:spPr>
          <a:xfrm xmlns:a="http://schemas.openxmlformats.org/drawingml/2006/main">
            <a:off x="695325" y="49720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657080"/>
                </a:solidFill>
                <a:latin typeface="Helvetica Neue"/>
                <a:ea typeface="Helvetica Neue"/>
                <a:cs typeface="Helvetica Neue"/>
              </a:defRPr>
            </a:pPr>
            <a:r>
              <a:rPr sz="1500" b="0">
                <a:solidFill>
                  <a:srgbClr val="657080"/>
                </a:solidFill>
                <a:latin typeface="Helvetica Neue"/>
                <a:ea typeface="Helvetica Neue"/>
                <a:cs typeface="Helvetica Neue"/>
              </a:rPr>
              <a:t>California  250</a:t>
            </a:r>
          </a:p>
        </p:txBody>
      </p:sp>
      <p:sp>
        <p:nvSpPr>
          <p:cNvPr id="11" name="text">
            <a:extLst xmlns:a="http://schemas.openxmlformats.org/drawingml/2006/main">
              <a:ext uri="{FF2B5EF4-FFF2-40B4-BE49-F238E27FC236}">
                <a16:creationId xmlns:a16="http://schemas.microsoft.com/office/drawing/2014/main" id="{5AB3CBCF-BCAE-4619-9D1C-ADD5B501B810}"/>
              </a:ext>
            </a:extLst>
          </p:cNvPr>
          <p:cNvSpPr>
            <a:spLocks xmlns:a="http://schemas.openxmlformats.org/drawingml/2006/main" noGrp="1"/>
          </p:cNvSpPr>
          <p:nvPr/>
        </p:nvSpPr>
        <p:spPr>
          <a:xfrm xmlns:a="http://schemas.openxmlformats.org/drawingml/2006/main">
            <a:off x="4305300" y="4972050"/>
            <a:ext cx="200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1">
                <a:solidFill>
                  <a:srgbClr val="155DE9"/>
                </a:solidFill>
                <a:latin typeface="Helvetica Neue"/>
                <a:ea typeface="Helvetica Neue"/>
                <a:cs typeface="Helvetica Neue"/>
              </a:defRPr>
            </a:pPr>
            <a:r>
              <a:rPr sz="1500" b="1">
                <a:solidFill>
                  <a:srgbClr val="155DE9"/>
                </a:solidFill>
                <a:latin typeface="Helvetica Neue"/>
                <a:ea typeface="Helvetica Neue"/>
                <a:cs typeface="Helvetica Neue"/>
              </a:rPr>
              <a:t>New Jersey  140</a:t>
            </a:r>
          </a:p>
        </p:txBody>
      </p:sp>
      <p:sp>
        <p:nvSpPr>
          <p:cNvPr id="12" name="text">
            <a:extLst xmlns:a="http://schemas.openxmlformats.org/drawingml/2006/main">
              <a:ext uri="{FF2B5EF4-FFF2-40B4-BE49-F238E27FC236}">
                <a16:creationId xmlns:a16="http://schemas.microsoft.com/office/drawing/2014/main" id="{B9300DBD-693D-4474-819C-413EBC14BE9B}"/>
              </a:ext>
            </a:extLst>
          </p:cNvPr>
          <p:cNvSpPr>
            <a:spLocks xmlns:a="http://schemas.openxmlformats.org/drawingml/2006/main" noGrp="1"/>
          </p:cNvSpPr>
          <p:nvPr/>
        </p:nvSpPr>
        <p:spPr>
          <a:xfrm xmlns:a="http://schemas.openxmlformats.org/drawingml/2006/main">
            <a:off x="6429375" y="4972050"/>
            <a:ext cx="2143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657080"/>
                </a:solidFill>
                <a:latin typeface="Helvetica Neue"/>
                <a:ea typeface="Helvetica Neue"/>
                <a:cs typeface="Helvetica Neue"/>
              </a:defRPr>
            </a:pPr>
            <a:r>
              <a:rPr sz="1500" b="0">
                <a:solidFill>
                  <a:srgbClr val="657080"/>
                </a:solidFill>
                <a:latin typeface="Helvetica Neue"/>
                <a:ea typeface="Helvetica Neue"/>
                <a:cs typeface="Helvetica Neue"/>
              </a:rPr>
              <a:t>Massachusetts  110</a:t>
            </a:r>
          </a:p>
        </p:txBody>
      </p:sp>
      <p:sp>
        <p:nvSpPr>
          <p:cNvPr id="13" name="text">
            <a:extLst xmlns:a="http://schemas.openxmlformats.org/drawingml/2006/main">
              <a:ext uri="{FF2B5EF4-FFF2-40B4-BE49-F238E27FC236}">
                <a16:creationId xmlns:a16="http://schemas.microsoft.com/office/drawing/2014/main" id="{39633FF1-BFF0-49C6-A2B8-DF034F1A5784}"/>
              </a:ext>
            </a:extLst>
          </p:cNvPr>
          <p:cNvSpPr>
            <a:spLocks xmlns:a="http://schemas.openxmlformats.org/drawingml/2006/main" noGrp="1"/>
          </p:cNvSpPr>
          <p:nvPr/>
        </p:nvSpPr>
        <p:spPr>
          <a:xfrm xmlns:a="http://schemas.openxmlformats.org/drawingml/2006/main">
            <a:off x="609600" y="5391150"/>
            <a:ext cx="762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75" b="0">
                <a:solidFill>
                  <a:srgbClr val="657080"/>
                </a:solidFill>
                <a:latin typeface="Helvetica Neue"/>
                <a:ea typeface="Helvetica Neue"/>
                <a:cs typeface="Helvetica Neue"/>
              </a:defRPr>
            </a:pPr>
            <a:r>
              <a:rPr sz="1275" b="0">
                <a:solidFill>
                  <a:srgbClr val="657080"/>
                </a:solidFill>
                <a:latin typeface="Helvetica Neue"/>
                <a:ea typeface="Helvetica Neue"/>
                <a:cs typeface="Helvetica Neue"/>
              </a:rPr>
              <a:t>Illustration of supplied sample; July 2, 2027</a:t>
            </a:r>
          </a:p>
        </p:txBody>
      </p:sp>
      <p:sp>
        <p:nvSpPr>
          <p:cNvPr id="14" name="text">
            <a:extLst xmlns:a="http://schemas.openxmlformats.org/drawingml/2006/main">
              <a:ext uri="{FF2B5EF4-FFF2-40B4-BE49-F238E27FC236}">
                <a16:creationId xmlns:a16="http://schemas.microsoft.com/office/drawing/2014/main" id="{74DFD11B-154C-4A4B-B445-845FFC4F9A9C}"/>
              </a:ext>
            </a:extLst>
          </p:cNvPr>
          <p:cNvSpPr>
            <a:spLocks xmlns:a="http://schemas.openxmlformats.org/drawingml/2006/main" noGrp="1"/>
          </p:cNvSpPr>
          <p:nvPr/>
        </p:nvSpPr>
        <p:spPr>
          <a:xfrm xmlns:a="http://schemas.openxmlformats.org/drawingml/2006/main">
            <a:off x="609600" y="5838825"/>
            <a:ext cx="1600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725" b="1">
                <a:solidFill>
                  <a:srgbClr val="17191D"/>
                </a:solidFill>
                <a:latin typeface="Helvetica Neue"/>
                <a:ea typeface="Helvetica Neue"/>
                <a:cs typeface="Helvetica Neue"/>
              </a:defRPr>
            </a:pPr>
            <a:r>
              <a:rPr sz="1725" b="1">
                <a:solidFill>
                  <a:srgbClr val="17191D"/>
                </a:solidFill>
                <a:latin typeface="Helvetica Neue"/>
                <a:ea typeface="Helvetica Neue"/>
                <a:cs typeface="Helvetica Neue"/>
              </a:rPr>
              <a:t>Rule</a:t>
            </a:r>
          </a:p>
        </p:txBody>
      </p:sp>
      <p:sp>
        <p:nvSpPr>
          <p:cNvPr id="15" name="text">
            <a:extLst xmlns:a="http://schemas.openxmlformats.org/drawingml/2006/main">
              <a:ext uri="{FF2B5EF4-FFF2-40B4-BE49-F238E27FC236}">
                <a16:creationId xmlns:a16="http://schemas.microsoft.com/office/drawing/2014/main" id="{6703C71A-8448-4524-8C4E-41FC1E7A9364}"/>
              </a:ext>
            </a:extLst>
          </p:cNvPr>
          <p:cNvSpPr>
            <a:spLocks xmlns:a="http://schemas.openxmlformats.org/drawingml/2006/main" noGrp="1"/>
          </p:cNvSpPr>
          <p:nvPr/>
        </p:nvSpPr>
        <p:spPr>
          <a:xfrm xmlns:a="http://schemas.openxmlformats.org/drawingml/2006/main">
            <a:off x="3057525" y="5838825"/>
            <a:ext cx="1600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725" b="1">
                <a:solidFill>
                  <a:srgbClr val="17191D"/>
                </a:solidFill>
                <a:latin typeface="Helvetica Neue"/>
                <a:ea typeface="Helvetica Neue"/>
                <a:cs typeface="Helvetica Neue"/>
              </a:defRPr>
            </a:pPr>
            <a:r>
              <a:rPr sz="1725" b="1">
                <a:solidFill>
                  <a:srgbClr val="17191D"/>
                </a:solidFill>
                <a:latin typeface="Helvetica Neue"/>
                <a:ea typeface="Helvetica Neue"/>
                <a:cs typeface="Helvetica Neue"/>
              </a:rPr>
              <a:t>Address</a:t>
            </a:r>
          </a:p>
        </p:txBody>
      </p:sp>
      <p:sp>
        <p:nvSpPr>
          <p:cNvPr id="16" name="text">
            <a:extLst xmlns:a="http://schemas.openxmlformats.org/drawingml/2006/main">
              <a:ext uri="{FF2B5EF4-FFF2-40B4-BE49-F238E27FC236}">
                <a16:creationId xmlns:a16="http://schemas.microsoft.com/office/drawing/2014/main" id="{1B847176-50F3-4808-B80B-113509EA5482}"/>
              </a:ext>
            </a:extLst>
          </p:cNvPr>
          <p:cNvSpPr>
            <a:spLocks xmlns:a="http://schemas.openxmlformats.org/drawingml/2006/main" noGrp="1"/>
          </p:cNvSpPr>
          <p:nvPr/>
        </p:nvSpPr>
        <p:spPr>
          <a:xfrm xmlns:a="http://schemas.openxmlformats.org/drawingml/2006/main">
            <a:off x="5895975" y="5838825"/>
            <a:ext cx="1600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725" b="1">
                <a:solidFill>
                  <a:srgbClr val="17191D"/>
                </a:solidFill>
                <a:latin typeface="Helvetica Neue"/>
                <a:ea typeface="Helvetica Neue"/>
                <a:cs typeface="Helvetica Neue"/>
              </a:defRPr>
            </a:pPr>
            <a:r>
              <a:rPr sz="1725" b="1">
                <a:solidFill>
                  <a:srgbClr val="17191D"/>
                </a:solidFill>
                <a:latin typeface="Helvetica Neue"/>
                <a:ea typeface="Helvetica Neue"/>
                <a:cs typeface="Helvetica Neue"/>
              </a:rPr>
              <a:t>Source</a:t>
            </a:r>
          </a:p>
        </p:txBody>
      </p:sp>
      <p:cxnSp>
        <p:nvCxnSpPr>
          <p:cNvPr id="36" name=""/>
          <p:cNvCxnSpPr>
            <a:stCxn xmlns:a="http://schemas.openxmlformats.org/drawingml/2006/main" id="14" idx="3"/>
            <a:endCxn xmlns:a="http://schemas.openxmlformats.org/drawingml/2006/main" id="15" idx="1"/>
          </p:cNvCxnSpPr>
          <p:nvPr/>
        </p:nvCxnSpPr>
        <p:spPr>
          <a:xfrm xmlns:a="http://schemas.openxmlformats.org/drawingml/2006/main">
            <a:off x="2209800" y="5995988"/>
            <a:ext cx="847725" cy="0"/>
          </a:xfrm>
          <a:prstGeom xmlns:a="http://schemas.openxmlformats.org/drawingml/2006/main" prst="straightConnector1">
            <a:avLst/>
          </a:prstGeom>
          <a:ln xmlns:a="http://schemas.openxmlformats.org/drawingml/2006/main" w="14288">
            <a:solidFill>
              <a:srgbClr val="BDC5D0"/>
            </a:solidFill>
            <a:tailEnd type="triangle" w="sm" len="sm"/>
          </a:ln>
        </p:spPr>
      </p:cxnSp>
      <p:cxnSp>
        <p:nvCxnSpPr>
          <p:cNvPr id="37" name=""/>
          <p:cNvCxnSpPr>
            <a:stCxn xmlns:a="http://schemas.openxmlformats.org/drawingml/2006/main" id="15" idx="3"/>
            <a:endCxn xmlns:a="http://schemas.openxmlformats.org/drawingml/2006/main" id="16" idx="1"/>
          </p:cNvCxnSpPr>
          <p:nvPr/>
        </p:nvCxnSpPr>
        <p:spPr>
          <a:xfrm xmlns:a="http://schemas.openxmlformats.org/drawingml/2006/main">
            <a:off x="4657725" y="5995988"/>
            <a:ext cx="1238250" cy="0"/>
          </a:xfrm>
          <a:prstGeom xmlns:a="http://schemas.openxmlformats.org/drawingml/2006/main" prst="straightConnector1">
            <a:avLst/>
          </a:prstGeom>
          <a:ln xmlns:a="http://schemas.openxmlformats.org/drawingml/2006/main" w="14288">
            <a:solidFill>
              <a:srgbClr val="BDC5D0"/>
            </a:solidFill>
            <a:tailEnd type="triangle" w="sm" len="sm"/>
          </a:ln>
        </p:spPr>
      </p:cxnSp>
      <p:sp>
        <p:nvSpPr>
          <p:cNvPr id="19" name="text">
            <a:extLst xmlns:a="http://schemas.openxmlformats.org/drawingml/2006/main">
              <a:ext uri="{FF2B5EF4-FFF2-40B4-BE49-F238E27FC236}">
                <a16:creationId xmlns:a16="http://schemas.microsoft.com/office/drawing/2014/main" id="{9A24E1F2-BAFC-4110-A7D3-2DF1033ACF9E}"/>
              </a:ext>
            </a:extLst>
          </p:cNvPr>
          <p:cNvSpPr>
            <a:spLocks xmlns:a="http://schemas.openxmlformats.org/drawingml/2006/main" noGrp="1"/>
          </p:cNvSpPr>
          <p:nvPr/>
        </p:nvSpPr>
        <p:spPr>
          <a:xfrm xmlns:a="http://schemas.openxmlformats.org/drawingml/2006/main">
            <a:off x="609600" y="6343650"/>
            <a:ext cx="1038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050" b="0">
                <a:solidFill>
                  <a:srgbClr val="657080"/>
                </a:solidFill>
                <a:latin typeface="Helvetica Neue"/>
                <a:ea typeface="Helvetica Neue"/>
                <a:cs typeface="Helvetica Neue"/>
              </a:defRPr>
            </a:pPr>
            <a:r>
              <a:rPr sz="1050" b="0">
                <a:solidFill>
                  <a:srgbClr val="657080"/>
                </a:solidFill>
                <a:latin typeface="Helvetica Neue"/>
                <a:ea typeface="Helvetica Neue"/>
                <a:cs typeface="Helvetica Neue"/>
              </a:rPr>
              <a:t>Source: supplied sample and NJ P.L.2026, c.43. Research prototype. Not legal advice.</a:t>
            </a:r>
          </a:p>
        </p:txBody>
      </p:sp>
    </p:spTree>
    <p:extLst>
      <p:ext uri="{BB962C8B-B14F-4D97-AF65-F5344CB8AC3E}">
        <p14:creationId xmlns:p14="http://schemas.microsoft.com/office/powerpoint/2010/main" val="81198766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text">
            <a:extLst xmlns:a="http://schemas.openxmlformats.org/drawingml/2006/main">
              <a:ext uri="{FF2B5EF4-FFF2-40B4-BE49-F238E27FC236}">
                <a16:creationId xmlns:a16="http://schemas.microsoft.com/office/drawing/2014/main" id="{33EA36A1-C57F-4B77-A96F-0853D5A7A306}"/>
              </a:ext>
            </a:extLst>
          </p:cNvPr>
          <p:cNvSpPr>
            <a:spLocks xmlns:a="http://schemas.openxmlformats.org/drawingml/2006/main" noGrp="1"/>
          </p:cNvSpPr>
          <p:nvPr/>
        </p:nvSpPr>
        <p:spPr>
          <a:xfrm xmlns:a="http://schemas.openxmlformats.org/drawingml/2006/main">
            <a:off x="609600" y="342900"/>
            <a:ext cx="266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950" b="1">
                <a:solidFill>
                  <a:srgbClr val="155DE9"/>
                </a:solidFill>
                <a:latin typeface="Helvetica Neue"/>
                <a:ea typeface="Helvetica Neue"/>
                <a:cs typeface="Helvetica Neue"/>
              </a:defRPr>
            </a:pPr>
            <a:r>
              <a:rPr sz="1950" b="1">
                <a:solidFill>
                  <a:srgbClr val="155DE9"/>
                </a:solidFill>
                <a:latin typeface="Helvetica Neue"/>
                <a:ea typeface="Helvetica Neue"/>
                <a:cs typeface="Helvetica Neue"/>
              </a:rPr>
              <a:t>LawDiff</a:t>
            </a:r>
          </a:p>
        </p:txBody>
      </p:sp>
      <p:sp>
        <p:nvSpPr>
          <p:cNvPr id="2" name="text">
            <a:extLst xmlns:a="http://schemas.openxmlformats.org/drawingml/2006/main">
              <a:ext uri="{FF2B5EF4-FFF2-40B4-BE49-F238E27FC236}">
                <a16:creationId xmlns:a16="http://schemas.microsoft.com/office/drawing/2014/main" id="{45E3B16D-F062-4044-B3C1-7DBE26B755DD}"/>
              </a:ext>
            </a:extLst>
          </p:cNvPr>
          <p:cNvSpPr>
            <a:spLocks xmlns:a="http://schemas.openxmlformats.org/drawingml/2006/main" noGrp="1"/>
          </p:cNvSpPr>
          <p:nvPr/>
        </p:nvSpPr>
        <p:spPr>
          <a:xfrm xmlns:a="http://schemas.openxmlformats.org/drawingml/2006/main">
            <a:off x="7772400" y="361950"/>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r">
              <a:defRPr sz="1275" b="0">
                <a:solidFill>
                  <a:srgbClr val="657080"/>
                </a:solidFill>
                <a:latin typeface="Helvetica Neue"/>
                <a:ea typeface="Helvetica Neue"/>
                <a:cs typeface="Helvetica Neue"/>
              </a:defRPr>
            </a:pPr>
            <a:r>
              <a:rPr sz="1275" b="0">
                <a:solidFill>
                  <a:srgbClr val="657080"/>
                </a:solidFill>
                <a:latin typeface="Helvetica Neue"/>
                <a:ea typeface="Helvetica Neue"/>
                <a:cs typeface="Helvetica Neue"/>
              </a:rPr>
              <a:t>Yannik Trinn  /  RealPage</a:t>
            </a:r>
          </a:p>
        </p:txBody>
      </p:sp>
      <p:sp>
        <p:nvSpPr>
          <p:cNvPr id="3" name="text">
            <a:extLst xmlns:a="http://schemas.openxmlformats.org/drawingml/2006/main">
              <a:ext uri="{FF2B5EF4-FFF2-40B4-BE49-F238E27FC236}">
                <a16:creationId xmlns:a16="http://schemas.microsoft.com/office/drawing/2014/main" id="{0259C025-81C1-4B78-99DE-855B02D3D86A}"/>
              </a:ext>
            </a:extLst>
          </p:cNvPr>
          <p:cNvSpPr>
            <a:spLocks xmlns:a="http://schemas.openxmlformats.org/drawingml/2006/main" noGrp="1"/>
          </p:cNvSpPr>
          <p:nvPr/>
        </p:nvSpPr>
        <p:spPr>
          <a:xfrm xmlns:a="http://schemas.openxmlformats.org/drawingml/2006/main">
            <a:off x="11144250" y="631507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r">
              <a:defRPr sz="1050" b="0">
                <a:solidFill>
                  <a:srgbClr val="657080"/>
                </a:solidFill>
                <a:latin typeface="Helvetica Neue"/>
                <a:ea typeface="Helvetica Neue"/>
                <a:cs typeface="Helvetica Neue"/>
              </a:defRPr>
            </a:pPr>
            <a:r>
              <a:rPr sz="1050" b="0">
                <a:solidFill>
                  <a:srgbClr val="657080"/>
                </a:solidFill>
                <a:latin typeface="Helvetica Neue"/>
                <a:ea typeface="Helvetica Neue"/>
                <a:cs typeface="Helvetica Neue"/>
              </a:rPr>
              <a:t>02</a:t>
            </a:r>
          </a:p>
        </p:txBody>
      </p:sp>
      <p:sp>
        <p:nvSpPr>
          <p:cNvPr id="4" name="main-title">
            <a:extLst xmlns:a="http://schemas.openxmlformats.org/drawingml/2006/main">
              <a:ext uri="{FF2B5EF4-FFF2-40B4-BE49-F238E27FC236}">
                <a16:creationId xmlns:a16="http://schemas.microsoft.com/office/drawing/2014/main" id="{6C64D846-BD60-4BC9-8269-4E5108A1C1B0}"/>
              </a:ext>
            </a:extLst>
          </p:cNvPr>
          <p:cNvSpPr>
            <a:spLocks xmlns:a="http://schemas.openxmlformats.org/drawingml/2006/main" noGrp="1"/>
          </p:cNvSpPr>
          <p:nvPr/>
        </p:nvSpPr>
        <p:spPr>
          <a:xfrm xmlns:a="http://schemas.openxmlformats.org/drawingml/2006/main">
            <a:off x="609600" y="971550"/>
            <a:ext cx="108585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500" b="1">
                <a:solidFill>
                  <a:srgbClr val="17191D"/>
                </a:solidFill>
                <a:latin typeface="Helvetica Neue"/>
                <a:ea typeface="Helvetica Neue"/>
                <a:cs typeface="Helvetica Neue"/>
              </a:defRPr>
            </a:pPr>
            <a:r>
              <a:rPr sz="4500" b="1">
                <a:solidFill>
                  <a:srgbClr val="17191D"/>
                </a:solidFill>
                <a:latin typeface="Helvetica Neue"/>
                <a:ea typeface="Helvetica Neue"/>
                <a:cs typeface="Helvetica Neue"/>
              </a:rPr>
              <a:t>From legal text to</a:t>
            </a:r>
          </a:p>
          <a:p xmlns:a="http://schemas.openxmlformats.org/drawingml/2006/main">
            <a:pPr algn="l">
              <a:defRPr sz="4500" b="1">
                <a:solidFill>
                  <a:srgbClr val="17191D"/>
                </a:solidFill>
                <a:latin typeface="Helvetica Neue"/>
                <a:ea typeface="Helvetica Neue"/>
                <a:cs typeface="Helvetica Neue"/>
              </a:defRPr>
            </a:pPr>
            <a:r>
              <a:rPr sz="4500" b="1">
                <a:solidFill>
                  <a:srgbClr val="17191D"/>
                </a:solidFill>
                <a:latin typeface="Helvetica Neue"/>
                <a:ea typeface="Helvetica Neue"/>
                <a:cs typeface="Helvetica Neue"/>
              </a:rPr>
              <a:t>reviewable decisions.</a:t>
            </a:r>
          </a:p>
        </p:txBody>
      </p:sp>
      <p:sp>
        <p:nvSpPr>
          <p:cNvPr id="5" name="text">
            <a:extLst xmlns:a="http://schemas.openxmlformats.org/drawingml/2006/main">
              <a:ext uri="{FF2B5EF4-FFF2-40B4-BE49-F238E27FC236}">
                <a16:creationId xmlns:a16="http://schemas.microsoft.com/office/drawing/2014/main" id="{AB20EAA1-D5B5-44DF-A783-B50CBC8E95A2}"/>
              </a:ext>
            </a:extLst>
          </p:cNvPr>
          <p:cNvSpPr>
            <a:spLocks xmlns:a="http://schemas.openxmlformats.org/drawingml/2006/main" noGrp="1"/>
          </p:cNvSpPr>
          <p:nvPr/>
        </p:nvSpPr>
        <p:spPr>
          <a:xfrm xmlns:a="http://schemas.openxmlformats.org/drawingml/2006/main">
            <a:off x="609600" y="266700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01</a:t>
            </a:r>
          </a:p>
        </p:txBody>
      </p:sp>
      <p:sp>
        <p:nvSpPr>
          <p:cNvPr id="6" name="text">
            <a:extLst xmlns:a="http://schemas.openxmlformats.org/drawingml/2006/main">
              <a:ext uri="{FF2B5EF4-FFF2-40B4-BE49-F238E27FC236}">
                <a16:creationId xmlns:a16="http://schemas.microsoft.com/office/drawing/2014/main" id="{A02D393F-9B7F-4C5D-876C-01663AB50598}"/>
              </a:ext>
            </a:extLst>
          </p:cNvPr>
          <p:cNvSpPr>
            <a:spLocks xmlns:a="http://schemas.openxmlformats.org/drawingml/2006/main" noGrp="1"/>
          </p:cNvSpPr>
          <p:nvPr/>
        </p:nvSpPr>
        <p:spPr>
          <a:xfrm xmlns:a="http://schemas.openxmlformats.org/drawingml/2006/main">
            <a:off x="609600" y="3009900"/>
            <a:ext cx="230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025" b="1">
                <a:solidFill>
                  <a:srgbClr val="17191D"/>
                </a:solidFill>
                <a:latin typeface="Helvetica Neue"/>
                <a:ea typeface="Helvetica Neue"/>
                <a:cs typeface="Helvetica Neue"/>
              </a:defRPr>
            </a:pPr>
            <a:r>
              <a:rPr sz="2025" b="1">
                <a:solidFill>
                  <a:srgbClr val="17191D"/>
                </a:solidFill>
                <a:latin typeface="Helvetica Neue"/>
                <a:ea typeface="Helvetica Neue"/>
                <a:cs typeface="Helvetica Neue"/>
              </a:rPr>
              <a:t>Source text</a:t>
            </a:r>
          </a:p>
        </p:txBody>
      </p:sp>
      <p:sp>
        <p:nvSpPr>
          <p:cNvPr id="7" name="text">
            <a:extLst xmlns:a="http://schemas.openxmlformats.org/drawingml/2006/main">
              <a:ext uri="{FF2B5EF4-FFF2-40B4-BE49-F238E27FC236}">
                <a16:creationId xmlns:a16="http://schemas.microsoft.com/office/drawing/2014/main" id="{06218B5B-30CD-4D27-B4B8-C4635D19C832}"/>
              </a:ext>
            </a:extLst>
          </p:cNvPr>
          <p:cNvSpPr>
            <a:spLocks xmlns:a="http://schemas.openxmlformats.org/drawingml/2006/main" noGrp="1"/>
          </p:cNvSpPr>
          <p:nvPr/>
        </p:nvSpPr>
        <p:spPr>
          <a:xfrm xmlns:a="http://schemas.openxmlformats.org/drawingml/2006/main">
            <a:off x="609600" y="34671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Original passage</a:t>
            </a:r>
          </a:p>
        </p:txBody>
      </p:sp>
      <p:sp>
        <p:nvSpPr>
          <p:cNvPr id="8" name="text">
            <a:extLst xmlns:a="http://schemas.openxmlformats.org/drawingml/2006/main">
              <a:ext uri="{FF2B5EF4-FFF2-40B4-BE49-F238E27FC236}">
                <a16:creationId xmlns:a16="http://schemas.microsoft.com/office/drawing/2014/main" id="{587878B5-C93E-48A3-B4E9-573C3B5DC445}"/>
              </a:ext>
            </a:extLst>
          </p:cNvPr>
          <p:cNvSpPr>
            <a:spLocks xmlns:a="http://schemas.openxmlformats.org/drawingml/2006/main" noGrp="1"/>
          </p:cNvSpPr>
          <p:nvPr/>
        </p:nvSpPr>
        <p:spPr>
          <a:xfrm xmlns:a="http://schemas.openxmlformats.org/drawingml/2006/main">
            <a:off x="3333750" y="266700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02</a:t>
            </a:r>
          </a:p>
        </p:txBody>
      </p:sp>
      <p:sp>
        <p:nvSpPr>
          <p:cNvPr id="9" name="text">
            <a:extLst xmlns:a="http://schemas.openxmlformats.org/drawingml/2006/main">
              <a:ext uri="{FF2B5EF4-FFF2-40B4-BE49-F238E27FC236}">
                <a16:creationId xmlns:a16="http://schemas.microsoft.com/office/drawing/2014/main" id="{53B9C83C-385B-4C94-B905-203F2B4DC7BB}"/>
              </a:ext>
            </a:extLst>
          </p:cNvPr>
          <p:cNvSpPr>
            <a:spLocks xmlns:a="http://schemas.openxmlformats.org/drawingml/2006/main" noGrp="1"/>
          </p:cNvSpPr>
          <p:nvPr/>
        </p:nvSpPr>
        <p:spPr>
          <a:xfrm xmlns:a="http://schemas.openxmlformats.org/drawingml/2006/main">
            <a:off x="3333750" y="3009900"/>
            <a:ext cx="230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025" b="1">
                <a:solidFill>
                  <a:srgbClr val="17191D"/>
                </a:solidFill>
                <a:latin typeface="Helvetica Neue"/>
                <a:ea typeface="Helvetica Neue"/>
                <a:cs typeface="Helvetica Neue"/>
              </a:defRPr>
            </a:pPr>
            <a:r>
              <a:rPr sz="2025" b="1">
                <a:solidFill>
                  <a:srgbClr val="17191D"/>
                </a:solidFill>
                <a:latin typeface="Helvetica Neue"/>
                <a:ea typeface="Helvetica Neue"/>
                <a:cs typeface="Helvetica Neue"/>
              </a:rPr>
              <a:t>Rule candidate</a:t>
            </a:r>
          </a:p>
        </p:txBody>
      </p:sp>
      <p:sp>
        <p:nvSpPr>
          <p:cNvPr id="10" name="text">
            <a:extLst xmlns:a="http://schemas.openxmlformats.org/drawingml/2006/main">
              <a:ext uri="{FF2B5EF4-FFF2-40B4-BE49-F238E27FC236}">
                <a16:creationId xmlns:a16="http://schemas.microsoft.com/office/drawing/2014/main" id="{BA9D3673-28E2-408D-8568-CEF3D76A2723}"/>
              </a:ext>
            </a:extLst>
          </p:cNvPr>
          <p:cNvSpPr>
            <a:spLocks xmlns:a="http://schemas.openxmlformats.org/drawingml/2006/main" noGrp="1"/>
          </p:cNvSpPr>
          <p:nvPr/>
        </p:nvSpPr>
        <p:spPr>
          <a:xfrm xmlns:a="http://schemas.openxmlformats.org/drawingml/2006/main">
            <a:off x="3333750" y="34671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Codex-assisted extraction</a:t>
            </a:r>
          </a:p>
        </p:txBody>
      </p:sp>
      <p:sp>
        <p:nvSpPr>
          <p:cNvPr id="11" name="text">
            <a:extLst xmlns:a="http://schemas.openxmlformats.org/drawingml/2006/main">
              <a:ext uri="{FF2B5EF4-FFF2-40B4-BE49-F238E27FC236}">
                <a16:creationId xmlns:a16="http://schemas.microsoft.com/office/drawing/2014/main" id="{79E44430-6FFC-49ED-8167-6B6384EA4CC7}"/>
              </a:ext>
            </a:extLst>
          </p:cNvPr>
          <p:cNvSpPr>
            <a:spLocks xmlns:a="http://schemas.openxmlformats.org/drawingml/2006/main" noGrp="1"/>
          </p:cNvSpPr>
          <p:nvPr/>
        </p:nvSpPr>
        <p:spPr>
          <a:xfrm xmlns:a="http://schemas.openxmlformats.org/drawingml/2006/main">
            <a:off x="6381750" y="266700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03</a:t>
            </a:r>
          </a:p>
        </p:txBody>
      </p:sp>
      <p:sp>
        <p:nvSpPr>
          <p:cNvPr id="12" name="text">
            <a:extLst xmlns:a="http://schemas.openxmlformats.org/drawingml/2006/main">
              <a:ext uri="{FF2B5EF4-FFF2-40B4-BE49-F238E27FC236}">
                <a16:creationId xmlns:a16="http://schemas.microsoft.com/office/drawing/2014/main" id="{E4E0084A-F599-4571-825A-ACEBE2D0A038}"/>
              </a:ext>
            </a:extLst>
          </p:cNvPr>
          <p:cNvSpPr>
            <a:spLocks xmlns:a="http://schemas.openxmlformats.org/drawingml/2006/main" noGrp="1"/>
          </p:cNvSpPr>
          <p:nvPr/>
        </p:nvSpPr>
        <p:spPr>
          <a:xfrm xmlns:a="http://schemas.openxmlformats.org/drawingml/2006/main">
            <a:off x="6381750" y="3009900"/>
            <a:ext cx="230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025" b="1">
                <a:solidFill>
                  <a:srgbClr val="17191D"/>
                </a:solidFill>
                <a:latin typeface="Helvetica Neue"/>
                <a:ea typeface="Helvetica Neue"/>
                <a:cs typeface="Helvetica Neue"/>
              </a:defRPr>
            </a:pPr>
            <a:r>
              <a:rPr sz="2025" b="1">
                <a:solidFill>
                  <a:srgbClr val="17191D"/>
                </a:solidFill>
                <a:latin typeface="Helvetica Neue"/>
                <a:ea typeface="Helvetica Neue"/>
                <a:cs typeface="Helvetica Neue"/>
              </a:rPr>
              <a:t>Shared engine</a:t>
            </a:r>
          </a:p>
        </p:txBody>
      </p:sp>
      <p:sp>
        <p:nvSpPr>
          <p:cNvPr id="13" name="text">
            <a:extLst xmlns:a="http://schemas.openxmlformats.org/drawingml/2006/main">
              <a:ext uri="{FF2B5EF4-FFF2-40B4-BE49-F238E27FC236}">
                <a16:creationId xmlns:a16="http://schemas.microsoft.com/office/drawing/2014/main" id="{B67AD7E9-C3CF-4D97-A6CC-17BBDA0F8834}"/>
              </a:ext>
            </a:extLst>
          </p:cNvPr>
          <p:cNvSpPr>
            <a:spLocks xmlns:a="http://schemas.openxmlformats.org/drawingml/2006/main" noGrp="1"/>
          </p:cNvSpPr>
          <p:nvPr/>
        </p:nvSpPr>
        <p:spPr>
          <a:xfrm xmlns:a="http://schemas.openxmlformats.org/drawingml/2006/main">
            <a:off x="6381750" y="34671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Explicit conditions</a:t>
            </a:r>
          </a:p>
        </p:txBody>
      </p:sp>
      <p:sp>
        <p:nvSpPr>
          <p:cNvPr id="14" name="text">
            <a:extLst xmlns:a="http://schemas.openxmlformats.org/drawingml/2006/main">
              <a:ext uri="{FF2B5EF4-FFF2-40B4-BE49-F238E27FC236}">
                <a16:creationId xmlns:a16="http://schemas.microsoft.com/office/drawing/2014/main" id="{330F1F35-3E96-46A9-9D06-408DD694F471}"/>
              </a:ext>
            </a:extLst>
          </p:cNvPr>
          <p:cNvSpPr>
            <a:spLocks xmlns:a="http://schemas.openxmlformats.org/drawingml/2006/main" noGrp="1"/>
          </p:cNvSpPr>
          <p:nvPr/>
        </p:nvSpPr>
        <p:spPr>
          <a:xfrm xmlns:a="http://schemas.openxmlformats.org/drawingml/2006/main">
            <a:off x="9191625" y="266700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04</a:t>
            </a:r>
          </a:p>
        </p:txBody>
      </p:sp>
      <p:sp>
        <p:nvSpPr>
          <p:cNvPr id="15" name="text">
            <a:extLst xmlns:a="http://schemas.openxmlformats.org/drawingml/2006/main">
              <a:ext uri="{FF2B5EF4-FFF2-40B4-BE49-F238E27FC236}">
                <a16:creationId xmlns:a16="http://schemas.microsoft.com/office/drawing/2014/main" id="{30BB5EB4-E515-4C5A-BE2B-F344310E2F97}"/>
              </a:ext>
            </a:extLst>
          </p:cNvPr>
          <p:cNvSpPr>
            <a:spLocks xmlns:a="http://schemas.openxmlformats.org/drawingml/2006/main" noGrp="1"/>
          </p:cNvSpPr>
          <p:nvPr/>
        </p:nvSpPr>
        <p:spPr>
          <a:xfrm xmlns:a="http://schemas.openxmlformats.org/drawingml/2006/main">
            <a:off x="9191625" y="3009900"/>
            <a:ext cx="230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025" b="1">
                <a:solidFill>
                  <a:srgbClr val="17191D"/>
                </a:solidFill>
                <a:latin typeface="Helvetica Neue"/>
                <a:ea typeface="Helvetica Neue"/>
                <a:cs typeface="Helvetica Neue"/>
              </a:defRPr>
            </a:pPr>
            <a:r>
              <a:rPr sz="2025" b="1">
                <a:solidFill>
                  <a:srgbClr val="17191D"/>
                </a:solidFill>
                <a:latin typeface="Helvetica Neue"/>
                <a:ea typeface="Helvetica Neue"/>
                <a:cs typeface="Helvetica Neue"/>
              </a:rPr>
              <a:t>Trace</a:t>
            </a:r>
          </a:p>
        </p:txBody>
      </p:sp>
      <p:sp>
        <p:nvSpPr>
          <p:cNvPr id="16" name="text">
            <a:extLst xmlns:a="http://schemas.openxmlformats.org/drawingml/2006/main">
              <a:ext uri="{FF2B5EF4-FFF2-40B4-BE49-F238E27FC236}">
                <a16:creationId xmlns:a16="http://schemas.microsoft.com/office/drawing/2014/main" id="{E94357F5-9F0B-42F5-ACD5-DCDB6A599D3A}"/>
              </a:ext>
            </a:extLst>
          </p:cNvPr>
          <p:cNvSpPr>
            <a:spLocks xmlns:a="http://schemas.openxmlformats.org/drawingml/2006/main" noGrp="1"/>
          </p:cNvSpPr>
          <p:nvPr/>
        </p:nvSpPr>
        <p:spPr>
          <a:xfrm xmlns:a="http://schemas.openxmlformats.org/drawingml/2006/main">
            <a:off x="9191625" y="34671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Answer and missing facts</a:t>
            </a:r>
          </a:p>
        </p:txBody>
      </p:sp>
      <p:cxnSp>
        <p:nvCxnSpPr>
          <p:cNvPr id="49" name=""/>
          <p:cNvCxnSpPr>
            <a:stCxn xmlns:a="http://schemas.openxmlformats.org/drawingml/2006/main" id="6" idx="3"/>
            <a:endCxn xmlns:a="http://schemas.openxmlformats.org/drawingml/2006/main" id="9" idx="1"/>
          </p:cNvCxnSpPr>
          <p:nvPr/>
        </p:nvCxnSpPr>
        <p:spPr>
          <a:xfrm xmlns:a="http://schemas.openxmlformats.org/drawingml/2006/main">
            <a:off x="2914650" y="3190875"/>
            <a:ext cx="419100" cy="0"/>
          </a:xfrm>
          <a:prstGeom xmlns:a="http://schemas.openxmlformats.org/drawingml/2006/main" prst="straightConnector1">
            <a:avLst/>
          </a:prstGeom>
          <a:ln xmlns:a="http://schemas.openxmlformats.org/drawingml/2006/main" w="14288">
            <a:solidFill>
              <a:srgbClr val="BDC5D0"/>
            </a:solidFill>
            <a:tailEnd type="triangle" w="sm" len="sm"/>
          </a:ln>
        </p:spPr>
      </p:cxnSp>
      <p:cxnSp>
        <p:nvCxnSpPr>
          <p:cNvPr id="50" name=""/>
          <p:cNvCxnSpPr>
            <a:stCxn xmlns:a="http://schemas.openxmlformats.org/drawingml/2006/main" id="9" idx="3"/>
            <a:endCxn xmlns:a="http://schemas.openxmlformats.org/drawingml/2006/main" id="12" idx="1"/>
          </p:cNvCxnSpPr>
          <p:nvPr/>
        </p:nvCxnSpPr>
        <p:spPr>
          <a:xfrm xmlns:a="http://schemas.openxmlformats.org/drawingml/2006/main">
            <a:off x="5638800" y="3190875"/>
            <a:ext cx="742950" cy="0"/>
          </a:xfrm>
          <a:prstGeom xmlns:a="http://schemas.openxmlformats.org/drawingml/2006/main" prst="straightConnector1">
            <a:avLst/>
          </a:prstGeom>
          <a:ln xmlns:a="http://schemas.openxmlformats.org/drawingml/2006/main" w="14288">
            <a:solidFill>
              <a:srgbClr val="BDC5D0"/>
            </a:solidFill>
            <a:tailEnd type="triangle" w="sm" len="sm"/>
          </a:ln>
        </p:spPr>
      </p:cxnSp>
      <p:cxnSp>
        <p:nvCxnSpPr>
          <p:cNvPr id="51" name=""/>
          <p:cNvCxnSpPr>
            <a:stCxn xmlns:a="http://schemas.openxmlformats.org/drawingml/2006/main" id="12" idx="3"/>
            <a:endCxn xmlns:a="http://schemas.openxmlformats.org/drawingml/2006/main" id="15" idx="1"/>
          </p:cNvCxnSpPr>
          <p:nvPr/>
        </p:nvCxnSpPr>
        <p:spPr>
          <a:xfrm xmlns:a="http://schemas.openxmlformats.org/drawingml/2006/main">
            <a:off x="8686800" y="3190875"/>
            <a:ext cx="504825" cy="0"/>
          </a:xfrm>
          <a:prstGeom xmlns:a="http://schemas.openxmlformats.org/drawingml/2006/main" prst="straightConnector1">
            <a:avLst/>
          </a:prstGeom>
          <a:ln xmlns:a="http://schemas.openxmlformats.org/drawingml/2006/main" w="14288">
            <a:solidFill>
              <a:srgbClr val="BDC5D0"/>
            </a:solidFill>
            <a:tailEnd type="triangle" w="sm" len="sm"/>
          </a:ln>
        </p:spPr>
      </p:cxnSp>
      <p:sp>
        <p:nvSpPr>
          <p:cNvPr id="20" name="text">
            <a:extLst xmlns:a="http://schemas.openxmlformats.org/drawingml/2006/main">
              <a:ext uri="{FF2B5EF4-FFF2-40B4-BE49-F238E27FC236}">
                <a16:creationId xmlns:a16="http://schemas.microsoft.com/office/drawing/2014/main" id="{4F8702D5-C444-4668-A3C8-1E96274F37CD}"/>
              </a:ext>
            </a:extLst>
          </p:cNvPr>
          <p:cNvSpPr>
            <a:spLocks xmlns:a="http://schemas.openxmlformats.org/drawingml/2006/main" noGrp="1"/>
          </p:cNvSpPr>
          <p:nvPr/>
        </p:nvSpPr>
        <p:spPr>
          <a:xfrm xmlns:a="http://schemas.openxmlformats.org/drawingml/2006/main">
            <a:off x="609600" y="4162425"/>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050" b="1">
                <a:solidFill>
                  <a:srgbClr val="17191D"/>
                </a:solidFill>
                <a:latin typeface="Helvetica Neue"/>
                <a:ea typeface="Helvetica Neue"/>
                <a:cs typeface="Helvetica Neue"/>
              </a:defRPr>
            </a:pPr>
            <a:r>
              <a:rPr sz="4050" b="1">
                <a:solidFill>
                  <a:srgbClr val="17191D"/>
                </a:solidFill>
                <a:latin typeface="Helvetica Neue"/>
                <a:ea typeface="Helvetica Neue"/>
                <a:cs typeface="Helvetica Neue"/>
              </a:rPr>
              <a:t>58</a:t>
            </a:r>
          </a:p>
        </p:txBody>
      </p:sp>
      <p:sp>
        <p:nvSpPr>
          <p:cNvPr id="21" name="text">
            <a:extLst xmlns:a="http://schemas.openxmlformats.org/drawingml/2006/main">
              <a:ext uri="{FF2B5EF4-FFF2-40B4-BE49-F238E27FC236}">
                <a16:creationId xmlns:a16="http://schemas.microsoft.com/office/drawing/2014/main" id="{D2EF756F-9041-4FD7-8E75-56745463C539}"/>
              </a:ext>
            </a:extLst>
          </p:cNvPr>
          <p:cNvSpPr>
            <a:spLocks xmlns:a="http://schemas.openxmlformats.org/drawingml/2006/main" noGrp="1"/>
          </p:cNvSpPr>
          <p:nvPr/>
        </p:nvSpPr>
        <p:spPr>
          <a:xfrm xmlns:a="http://schemas.openxmlformats.org/drawingml/2006/main">
            <a:off x="609600" y="4886325"/>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rule / status records</a:t>
            </a:r>
          </a:p>
        </p:txBody>
      </p:sp>
      <p:sp>
        <p:nvSpPr>
          <p:cNvPr id="22" name="text">
            <a:extLst xmlns:a="http://schemas.openxmlformats.org/drawingml/2006/main">
              <a:ext uri="{FF2B5EF4-FFF2-40B4-BE49-F238E27FC236}">
                <a16:creationId xmlns:a16="http://schemas.microsoft.com/office/drawing/2014/main" id="{18C31D10-00C5-420D-905B-092A1785C92F}"/>
              </a:ext>
            </a:extLst>
          </p:cNvPr>
          <p:cNvSpPr>
            <a:spLocks xmlns:a="http://schemas.openxmlformats.org/drawingml/2006/main" noGrp="1"/>
          </p:cNvSpPr>
          <p:nvPr/>
        </p:nvSpPr>
        <p:spPr>
          <a:xfrm xmlns:a="http://schemas.openxmlformats.org/drawingml/2006/main">
            <a:off x="2809875" y="4162425"/>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050" b="1">
                <a:solidFill>
                  <a:srgbClr val="17191D"/>
                </a:solidFill>
                <a:latin typeface="Helvetica Neue"/>
                <a:ea typeface="Helvetica Neue"/>
                <a:cs typeface="Helvetica Neue"/>
              </a:defRPr>
            </a:pPr>
            <a:r>
              <a:rPr sz="4050" b="1">
                <a:solidFill>
                  <a:srgbClr val="17191D"/>
                </a:solidFill>
                <a:latin typeface="Helvetica Neue"/>
                <a:ea typeface="Helvetica Neue"/>
                <a:cs typeface="Helvetica Neue"/>
              </a:rPr>
              <a:t>152</a:t>
            </a:r>
          </a:p>
        </p:txBody>
      </p:sp>
      <p:sp>
        <p:nvSpPr>
          <p:cNvPr id="23" name="text">
            <a:extLst xmlns:a="http://schemas.openxmlformats.org/drawingml/2006/main">
              <a:ext uri="{FF2B5EF4-FFF2-40B4-BE49-F238E27FC236}">
                <a16:creationId xmlns:a16="http://schemas.microsoft.com/office/drawing/2014/main" id="{A02A8FB1-FE93-4114-BB87-9F1E86F5998B}"/>
              </a:ext>
            </a:extLst>
          </p:cNvPr>
          <p:cNvSpPr>
            <a:spLocks xmlns:a="http://schemas.openxmlformats.org/drawingml/2006/main" noGrp="1"/>
          </p:cNvSpPr>
          <p:nvPr/>
        </p:nvSpPr>
        <p:spPr>
          <a:xfrm xmlns:a="http://schemas.openxmlformats.org/drawingml/2006/main">
            <a:off x="2809875" y="4886325"/>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checked quotation spans</a:t>
            </a:r>
          </a:p>
        </p:txBody>
      </p:sp>
      <p:sp>
        <p:nvSpPr>
          <p:cNvPr id="24" name="text">
            <a:extLst xmlns:a="http://schemas.openxmlformats.org/drawingml/2006/main">
              <a:ext uri="{FF2B5EF4-FFF2-40B4-BE49-F238E27FC236}">
                <a16:creationId xmlns:a16="http://schemas.microsoft.com/office/drawing/2014/main" id="{651275D0-392F-4C3C-8257-080CC85AFB57}"/>
              </a:ext>
            </a:extLst>
          </p:cNvPr>
          <p:cNvSpPr>
            <a:spLocks xmlns:a="http://schemas.openxmlformats.org/drawingml/2006/main" noGrp="1"/>
          </p:cNvSpPr>
          <p:nvPr/>
        </p:nvSpPr>
        <p:spPr>
          <a:xfrm xmlns:a="http://schemas.openxmlformats.org/drawingml/2006/main">
            <a:off x="5419725" y="4162425"/>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050" b="1">
                <a:solidFill>
                  <a:srgbClr val="17191D"/>
                </a:solidFill>
                <a:latin typeface="Helvetica Neue"/>
                <a:ea typeface="Helvetica Neue"/>
                <a:cs typeface="Helvetica Neue"/>
              </a:defRPr>
            </a:pPr>
            <a:r>
              <a:rPr sz="4050" b="1">
                <a:solidFill>
                  <a:srgbClr val="17191D"/>
                </a:solidFill>
                <a:latin typeface="Helvetica Neue"/>
                <a:ea typeface="Helvetica Neue"/>
                <a:cs typeface="Helvetica Neue"/>
              </a:rPr>
              <a:t>475/500</a:t>
            </a:r>
          </a:p>
        </p:txBody>
      </p:sp>
      <p:sp>
        <p:nvSpPr>
          <p:cNvPr id="25" name="text">
            <a:extLst xmlns:a="http://schemas.openxmlformats.org/drawingml/2006/main">
              <a:ext uri="{FF2B5EF4-FFF2-40B4-BE49-F238E27FC236}">
                <a16:creationId xmlns:a16="http://schemas.microsoft.com/office/drawing/2014/main" id="{C06AEA7C-4006-4BB4-BA19-E0976951EEC1}"/>
              </a:ext>
            </a:extLst>
          </p:cNvPr>
          <p:cNvSpPr>
            <a:spLocks xmlns:a="http://schemas.openxmlformats.org/drawingml/2006/main" noGrp="1"/>
          </p:cNvSpPr>
          <p:nvPr/>
        </p:nvSpPr>
        <p:spPr>
          <a:xfrm xmlns:a="http://schemas.openxmlformats.org/drawingml/2006/main">
            <a:off x="5419725" y="4886325"/>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geographic matches</a:t>
            </a:r>
          </a:p>
        </p:txBody>
      </p:sp>
      <p:sp>
        <p:nvSpPr>
          <p:cNvPr id="26" name="text">
            <a:extLst xmlns:a="http://schemas.openxmlformats.org/drawingml/2006/main">
              <a:ext uri="{FF2B5EF4-FFF2-40B4-BE49-F238E27FC236}">
                <a16:creationId xmlns:a16="http://schemas.microsoft.com/office/drawing/2014/main" id="{429D760B-0327-48A6-B060-3905C12F2AC0}"/>
              </a:ext>
            </a:extLst>
          </p:cNvPr>
          <p:cNvSpPr>
            <a:spLocks xmlns:a="http://schemas.openxmlformats.org/drawingml/2006/main" noGrp="1"/>
          </p:cNvSpPr>
          <p:nvPr/>
        </p:nvSpPr>
        <p:spPr>
          <a:xfrm xmlns:a="http://schemas.openxmlformats.org/drawingml/2006/main">
            <a:off x="609600" y="5314950"/>
            <a:ext cx="70008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Build snapshot: October 3, 2026</a:t>
            </a:r>
          </a:p>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Counts do not measure legal accuracy.</a:t>
            </a:r>
          </a:p>
        </p:txBody>
      </p:sp>
      <p:sp>
        <p:nvSpPr>
          <p:cNvPr id="27" name="text">
            <a:extLst xmlns:a="http://schemas.openxmlformats.org/drawingml/2006/main">
              <a:ext uri="{FF2B5EF4-FFF2-40B4-BE49-F238E27FC236}">
                <a16:creationId xmlns:a16="http://schemas.microsoft.com/office/drawing/2014/main" id="{F24997C6-B547-44F0-B982-1FF51DB9A854}"/>
              </a:ext>
            </a:extLst>
          </p:cNvPr>
          <p:cNvSpPr>
            <a:spLocks xmlns:a="http://schemas.openxmlformats.org/drawingml/2006/main" noGrp="1"/>
          </p:cNvSpPr>
          <p:nvPr/>
        </p:nvSpPr>
        <p:spPr>
          <a:xfrm xmlns:a="http://schemas.openxmlformats.org/drawingml/2006/main">
            <a:off x="8658225" y="419100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FIRST BUYER HYPOTHESIS</a:t>
            </a:r>
          </a:p>
        </p:txBody>
      </p:sp>
      <p:sp>
        <p:nvSpPr>
          <p:cNvPr id="28" name="text">
            <a:extLst xmlns:a="http://schemas.openxmlformats.org/drawingml/2006/main">
              <a:ext uri="{FF2B5EF4-FFF2-40B4-BE49-F238E27FC236}">
                <a16:creationId xmlns:a16="http://schemas.microsoft.com/office/drawing/2014/main" id="{D1D6A124-39E4-49F9-BFDB-2221715D8498}"/>
              </a:ext>
            </a:extLst>
          </p:cNvPr>
          <p:cNvSpPr>
            <a:spLocks xmlns:a="http://schemas.openxmlformats.org/drawingml/2006/main" noGrp="1"/>
          </p:cNvSpPr>
          <p:nvPr/>
        </p:nvSpPr>
        <p:spPr>
          <a:xfrm xmlns:a="http://schemas.openxmlformats.org/drawingml/2006/main">
            <a:off x="8658225" y="4581525"/>
            <a:ext cx="2933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1">
                <a:solidFill>
                  <a:srgbClr val="17191D"/>
                </a:solidFill>
                <a:latin typeface="Helvetica Neue"/>
                <a:ea typeface="Helvetica Neue"/>
                <a:cs typeface="Helvetica Neue"/>
              </a:defRPr>
            </a:pPr>
            <a:r>
              <a:rPr sz="1875" b="1">
                <a:solidFill>
                  <a:srgbClr val="17191D"/>
                </a:solidFill>
                <a:latin typeface="Helvetica Neue"/>
                <a:ea typeface="Helvetica Neue"/>
                <a:cs typeface="Helvetica Neue"/>
              </a:rPr>
              <a:t>Property compliance API</a:t>
            </a:r>
          </a:p>
        </p:txBody>
      </p:sp>
      <p:sp>
        <p:nvSpPr>
          <p:cNvPr id="29" name="text">
            <a:extLst xmlns:a="http://schemas.openxmlformats.org/drawingml/2006/main">
              <a:ext uri="{FF2B5EF4-FFF2-40B4-BE49-F238E27FC236}">
                <a16:creationId xmlns:a16="http://schemas.microsoft.com/office/drawing/2014/main" id="{212B9FFC-1592-46C2-BAA8-C862397EC7DF}"/>
              </a:ext>
            </a:extLst>
          </p:cNvPr>
          <p:cNvSpPr>
            <a:spLocks xmlns:a="http://schemas.openxmlformats.org/drawingml/2006/main" noGrp="1"/>
          </p:cNvSpPr>
          <p:nvPr/>
        </p:nvSpPr>
        <p:spPr>
          <a:xfrm xmlns:a="http://schemas.openxmlformats.org/drawingml/2006/main">
            <a:off x="8658225" y="5029200"/>
            <a:ext cx="2952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657080"/>
                </a:solidFill>
                <a:latin typeface="Helvetica Neue"/>
                <a:ea typeface="Helvetica Neue"/>
                <a:cs typeface="Helvetica Neue"/>
              </a:defRPr>
            </a:pPr>
            <a:r>
              <a:rPr sz="1500" b="0">
                <a:solidFill>
                  <a:srgbClr val="657080"/>
                </a:solidFill>
                <a:latin typeface="Helvetica Neue"/>
                <a:ea typeface="Helvetica Neue"/>
                <a:cs typeface="Helvetica Neue"/>
              </a:rPr>
              <a:t>Review queues for operators</a:t>
            </a:r>
          </a:p>
          <a:p xmlns:a="http://schemas.openxmlformats.org/drawingml/2006/main">
            <a:pPr algn="l">
              <a:defRPr sz="1500" b="0">
                <a:solidFill>
                  <a:srgbClr val="657080"/>
                </a:solidFill>
                <a:latin typeface="Helvetica Neue"/>
                <a:ea typeface="Helvetica Neue"/>
                <a:cs typeface="Helvetica Neue"/>
              </a:defRPr>
            </a:pPr>
            <a:r>
              <a:rPr sz="1500" b="0">
                <a:solidFill>
                  <a:srgbClr val="657080"/>
                </a:solidFill>
                <a:latin typeface="Helvetica Neue"/>
                <a:ea typeface="Helvetica Neue"/>
                <a:cs typeface="Helvetica Neue"/>
              </a:rPr>
              <a:t>Transparent cards for residents</a:t>
            </a:r>
          </a:p>
        </p:txBody>
      </p:sp>
      <p:sp>
        <p:nvSpPr>
          <p:cNvPr id="30" name="text">
            <a:extLst xmlns:a="http://schemas.openxmlformats.org/drawingml/2006/main">
              <a:ext uri="{FF2B5EF4-FFF2-40B4-BE49-F238E27FC236}">
                <a16:creationId xmlns:a16="http://schemas.microsoft.com/office/drawing/2014/main" id="{32E792E8-A540-4FD2-A005-46AEFB6F7EC8}"/>
              </a:ext>
            </a:extLst>
          </p:cNvPr>
          <p:cNvSpPr>
            <a:spLocks xmlns:a="http://schemas.openxmlformats.org/drawingml/2006/main" noGrp="1"/>
          </p:cNvSpPr>
          <p:nvPr/>
        </p:nvSpPr>
        <p:spPr>
          <a:xfrm xmlns:a="http://schemas.openxmlformats.org/drawingml/2006/main">
            <a:off x="8658225" y="580072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Next: expert-reviewed pilot</a:t>
            </a:r>
          </a:p>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Demand and pricing unvalidated</a:t>
            </a:r>
          </a:p>
        </p:txBody>
      </p:sp>
      <p:sp>
        <p:nvSpPr>
          <p:cNvPr id="31" name="text">
            <a:extLst xmlns:a="http://schemas.openxmlformats.org/drawingml/2006/main">
              <a:ext uri="{FF2B5EF4-FFF2-40B4-BE49-F238E27FC236}">
                <a16:creationId xmlns:a16="http://schemas.microsoft.com/office/drawing/2014/main" id="{719D1445-328D-49E5-9F5A-43658E403477}"/>
              </a:ext>
            </a:extLst>
          </p:cNvPr>
          <p:cNvSpPr>
            <a:spLocks xmlns:a="http://schemas.openxmlformats.org/drawingml/2006/main" noGrp="1"/>
          </p:cNvSpPr>
          <p:nvPr/>
        </p:nvSpPr>
        <p:spPr>
          <a:xfrm xmlns:a="http://schemas.openxmlformats.org/drawingml/2006/main">
            <a:off x="609600" y="634365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0">
                <a:solidFill>
                  <a:srgbClr val="155DE9"/>
                </a:solidFill>
                <a:latin typeface="Helvetica Neue"/>
                <a:ea typeface="Helvetica Neue"/>
                <a:cs typeface="Helvetica Neue"/>
              </a:defRPr>
            </a:pPr>
            <a:r>
              <a:rPr sz="1200" b="0">
                <a:solidFill>
                  <a:srgbClr val="155DE9"/>
                </a:solidFill>
                <a:latin typeface="Helvetica Neue"/>
                <a:ea typeface="Helvetica Neue"/>
                <a:cs typeface="Helvetica Neue"/>
              </a:rPr>
              <a:t>yatrinn.github.io/lawdiff</a:t>
            </a:r>
          </a:p>
        </p:txBody>
      </p:sp>
      <p:sp>
        <p:nvSpPr>
          <p:cNvPr id="32" name="text">
            <a:extLst xmlns:a="http://schemas.openxmlformats.org/drawingml/2006/main">
              <a:ext uri="{FF2B5EF4-FFF2-40B4-BE49-F238E27FC236}">
                <a16:creationId xmlns:a16="http://schemas.microsoft.com/office/drawing/2014/main" id="{26CF9D6E-52CA-49DC-BCC6-30011478EA29}"/>
              </a:ext>
            </a:extLst>
          </p:cNvPr>
          <p:cNvSpPr>
            <a:spLocks xmlns:a="http://schemas.openxmlformats.org/drawingml/2006/main" noGrp="1"/>
          </p:cNvSpPr>
          <p:nvPr/>
        </p:nvSpPr>
        <p:spPr>
          <a:xfrm xmlns:a="http://schemas.openxmlformats.org/drawingml/2006/main">
            <a:off x="5048250" y="6343650"/>
            <a:ext cx="5048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github.com/yatrinn/lawdiff</a:t>
            </a:r>
          </a:p>
        </p:txBody>
      </p:sp>
    </p:spTree>
    <p:extLst>
      <p:ext uri="{BB962C8B-B14F-4D97-AF65-F5344CB8AC3E}">
        <p14:creationId xmlns:p14="http://schemas.microsoft.com/office/powerpoint/2010/main" val="1737401632"/>
      </p:ext>
    </p:extLst>
  </p:cSld>
</p:sld>
</file>

<file path=ppt/theme/theme1.xml><?xml version="1.0" encoding="utf-8"?>
<a:theme xmlns:a="http://schemas.openxmlformats.org/drawingml/2006/main" name="ChatGPT">
  <a:themeElements>
    <a:clrScheme name="LawDiff">
      <a:dk1>
        <a:srgbClr val="000000"/>
      </a:dk1>
      <a:lt1>
        <a:srgbClr val="FFFFFF"/>
      </a:lt1>
      <a:dk2>
        <a:srgbClr val="17191D"/>
      </a:dk2>
      <a:lt2>
        <a:srgbClr val="F7F8FB"/>
      </a:lt2>
      <a:accent1>
        <a:srgbClr val="155DE9"/>
      </a:accent1>
      <a:accent2>
        <a:srgbClr val="17191D"/>
      </a:accent2>
      <a:accent3>
        <a:srgbClr val="657080"/>
      </a:accent3>
      <a:accent4>
        <a:srgbClr val="A87512"/>
      </a:accent4>
      <a:accent5>
        <a:srgbClr val="37475F"/>
      </a:accent5>
      <a:accent6>
        <a:srgbClr val="697792"/>
      </a:accent6>
      <a:hlink>
        <a:srgbClr val="155DE9"/>
      </a:hlink>
      <a:folHlink>
        <a:srgbClr val="155DE9"/>
      </a:folHlink>
    </a:clrScheme>
    <a:fontScheme name="Office">
      <a:majorFont>
        <a:latin typeface="Calibri Light"/>
        <a:ea typeface="Calibri Light"/>
        <a:cs typeface="Calibri Light"/>
      </a:majorFont>
      <a:minorFont>
        <a:latin typeface="Calibri"/>
        <a:ea typeface="Calibri"/>
        <a:cs typeface="Calibri"/>
      </a:minorFont>
    </a:fontScheme>
    <a:fmtScheme name="LawDi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2026-10-03T20:24:57.0240000Z</dcterms:created>
  <dcterms:modified xsi:type="dcterms:W3CDTF">2026-10-03T20:24:57.0240000Z</dcterms:modified>
</coreProperties>
</file>